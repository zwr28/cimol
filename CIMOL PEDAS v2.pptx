
<file path=[Content_Types].xml><?xml version="1.0" encoding="utf-8"?>
<Types xmlns="http://schemas.openxmlformats.org/package/2006/content-types">
  <Default Extension="mp3" ContentType="audio/mpeg"/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60" r:id="rId2"/>
    <p:sldId id="268" r:id="rId3"/>
    <p:sldId id="294" r:id="rId4"/>
    <p:sldId id="295" r:id="rId5"/>
    <p:sldId id="298" r:id="rId6"/>
    <p:sldId id="297" r:id="rId7"/>
    <p:sldId id="296" r:id="rId8"/>
    <p:sldId id="299" r:id="rId9"/>
    <p:sldId id="300" r:id="rId10"/>
    <p:sldId id="301" r:id="rId11"/>
    <p:sldId id="302" r:id="rId12"/>
    <p:sldId id="303" r:id="rId13"/>
    <p:sldId id="305" r:id="rId14"/>
    <p:sldId id="306" r:id="rId15"/>
    <p:sldId id="308" r:id="rId16"/>
    <p:sldId id="309" r:id="rId17"/>
    <p:sldId id="311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Comic Sans MS" panose="030F0702030302020204" pitchFamily="66" charset="0"/>
      <p:regular r:id="rId26"/>
      <p:bold r:id="rId27"/>
      <p:italic r:id="rId28"/>
      <p:boldItalic r:id="rId29"/>
    </p:embeddedFont>
    <p:embeddedFont>
      <p:font typeface="Impact" panose="020B0806030902050204" pitchFamily="34" charset="0"/>
      <p:regular r:id="rId30"/>
    </p:embeddedFont>
  </p:embeddedFontLst>
  <p:custShowLst>
    <p:custShow name="Gallery" id="0">
      <p:sldLst>
        <p:sld r:id="rId14"/>
        <p:sld r:id="rId15"/>
        <p:sld r:id="rId16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260" userDrawn="1">
          <p15:clr>
            <a:srgbClr val="A4A3A4"/>
          </p15:clr>
        </p15:guide>
        <p15:guide id="4" orient="horz" pos="2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8D8"/>
    <a:srgbClr val="008000"/>
    <a:srgbClr val="4CD5FE"/>
    <a:srgbClr val="DFBA0C"/>
    <a:srgbClr val="F4DC20"/>
    <a:srgbClr val="00C3FE"/>
    <a:srgbClr val="FF2435"/>
    <a:srgbClr val="5D453F"/>
    <a:srgbClr val="5B473F"/>
    <a:srgbClr val="00B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9542" autoAdjust="0"/>
  </p:normalViewPr>
  <p:slideViewPr>
    <p:cSldViewPr snapToGrid="0">
      <p:cViewPr varScale="1">
        <p:scale>
          <a:sx n="101" d="100"/>
          <a:sy n="101" d="100"/>
        </p:scale>
        <p:origin x="174" y="450"/>
      </p:cViewPr>
      <p:guideLst>
        <p:guide orient="horz" pos="2160"/>
        <p:guide pos="3840"/>
        <p:guide orient="horz" pos="2260"/>
        <p:guide orient="horz" pos="2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13" Type="http://schemas.openxmlformats.org/officeDocument/2006/relationships/image" Target="../media/image46.jpeg"/><Relationship Id="rId18" Type="http://schemas.openxmlformats.org/officeDocument/2006/relationships/image" Target="../media/image51.jpeg"/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12" Type="http://schemas.openxmlformats.org/officeDocument/2006/relationships/image" Target="../media/image45.jpeg"/><Relationship Id="rId17" Type="http://schemas.openxmlformats.org/officeDocument/2006/relationships/image" Target="../media/image50.jpeg"/><Relationship Id="rId2" Type="http://schemas.openxmlformats.org/officeDocument/2006/relationships/image" Target="../media/image35.jpeg"/><Relationship Id="rId16" Type="http://schemas.openxmlformats.org/officeDocument/2006/relationships/image" Target="../media/image49.jpeg"/><Relationship Id="rId20" Type="http://schemas.openxmlformats.org/officeDocument/2006/relationships/image" Target="../media/image53.jpeg"/><Relationship Id="rId1" Type="http://schemas.openxmlformats.org/officeDocument/2006/relationships/slide" Target="../slides/slide16.xml"/><Relationship Id="rId6" Type="http://schemas.openxmlformats.org/officeDocument/2006/relationships/image" Target="../media/image39.jpeg"/><Relationship Id="rId11" Type="http://schemas.openxmlformats.org/officeDocument/2006/relationships/image" Target="../media/image44.jpeg"/><Relationship Id="rId5" Type="http://schemas.openxmlformats.org/officeDocument/2006/relationships/image" Target="../media/image38.jpeg"/><Relationship Id="rId15" Type="http://schemas.openxmlformats.org/officeDocument/2006/relationships/image" Target="../media/image48.jpeg"/><Relationship Id="rId10" Type="http://schemas.openxmlformats.org/officeDocument/2006/relationships/image" Target="../media/image43.jpeg"/><Relationship Id="rId19" Type="http://schemas.openxmlformats.org/officeDocument/2006/relationships/image" Target="../media/image52.jpeg"/><Relationship Id="rId4" Type="http://schemas.openxmlformats.org/officeDocument/2006/relationships/image" Target="../media/image37.jpeg"/><Relationship Id="rId9" Type="http://schemas.openxmlformats.org/officeDocument/2006/relationships/image" Target="../media/image42.jpeg"/><Relationship Id="rId14" Type="http://schemas.openxmlformats.org/officeDocument/2006/relationships/image" Target="../media/image47.jpe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13" Type="http://schemas.openxmlformats.org/officeDocument/2006/relationships/image" Target="../media/image66.jpeg"/><Relationship Id="rId18" Type="http://schemas.openxmlformats.org/officeDocument/2006/relationships/image" Target="../media/image71.jpeg"/><Relationship Id="rId3" Type="http://schemas.openxmlformats.org/officeDocument/2006/relationships/image" Target="../media/image56.jpeg"/><Relationship Id="rId7" Type="http://schemas.openxmlformats.org/officeDocument/2006/relationships/image" Target="../media/image60.jpeg"/><Relationship Id="rId12" Type="http://schemas.openxmlformats.org/officeDocument/2006/relationships/image" Target="../media/image65.jpeg"/><Relationship Id="rId17" Type="http://schemas.openxmlformats.org/officeDocument/2006/relationships/image" Target="../media/image70.jpeg"/><Relationship Id="rId2" Type="http://schemas.openxmlformats.org/officeDocument/2006/relationships/image" Target="../media/image55.jpeg"/><Relationship Id="rId16" Type="http://schemas.openxmlformats.org/officeDocument/2006/relationships/image" Target="../media/image69.jpeg"/><Relationship Id="rId1" Type="http://schemas.openxmlformats.org/officeDocument/2006/relationships/image" Target="../media/image54.jpeg"/><Relationship Id="rId6" Type="http://schemas.openxmlformats.org/officeDocument/2006/relationships/image" Target="../media/image59.jpeg"/><Relationship Id="rId11" Type="http://schemas.openxmlformats.org/officeDocument/2006/relationships/image" Target="../media/image64.jpeg"/><Relationship Id="rId5" Type="http://schemas.openxmlformats.org/officeDocument/2006/relationships/image" Target="../media/image58.jpeg"/><Relationship Id="rId15" Type="http://schemas.openxmlformats.org/officeDocument/2006/relationships/image" Target="../media/image68.jpeg"/><Relationship Id="rId10" Type="http://schemas.openxmlformats.org/officeDocument/2006/relationships/image" Target="../media/image63.jpeg"/><Relationship Id="rId19" Type="http://schemas.openxmlformats.org/officeDocument/2006/relationships/image" Target="../media/image72.jpeg"/><Relationship Id="rId4" Type="http://schemas.openxmlformats.org/officeDocument/2006/relationships/image" Target="../media/image57.jpeg"/><Relationship Id="rId9" Type="http://schemas.openxmlformats.org/officeDocument/2006/relationships/image" Target="../media/image62.jpeg"/><Relationship Id="rId14" Type="http://schemas.openxmlformats.org/officeDocument/2006/relationships/image" Target="../media/image67.jpe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eg"/><Relationship Id="rId13" Type="http://schemas.openxmlformats.org/officeDocument/2006/relationships/image" Target="../media/image85.jpeg"/><Relationship Id="rId18" Type="http://schemas.openxmlformats.org/officeDocument/2006/relationships/image" Target="../media/image90.jpeg"/><Relationship Id="rId3" Type="http://schemas.openxmlformats.org/officeDocument/2006/relationships/image" Target="../media/image75.jpeg"/><Relationship Id="rId7" Type="http://schemas.openxmlformats.org/officeDocument/2006/relationships/image" Target="../media/image79.jpeg"/><Relationship Id="rId12" Type="http://schemas.openxmlformats.org/officeDocument/2006/relationships/image" Target="../media/image84.jpeg"/><Relationship Id="rId17" Type="http://schemas.openxmlformats.org/officeDocument/2006/relationships/image" Target="../media/image89.jpeg"/><Relationship Id="rId2" Type="http://schemas.openxmlformats.org/officeDocument/2006/relationships/image" Target="../media/image74.jpeg"/><Relationship Id="rId16" Type="http://schemas.openxmlformats.org/officeDocument/2006/relationships/image" Target="../media/image88.jpeg"/><Relationship Id="rId20" Type="http://schemas.openxmlformats.org/officeDocument/2006/relationships/image" Target="../media/image92.jpeg"/><Relationship Id="rId1" Type="http://schemas.openxmlformats.org/officeDocument/2006/relationships/image" Target="../media/image73.jpeg"/><Relationship Id="rId6" Type="http://schemas.openxmlformats.org/officeDocument/2006/relationships/image" Target="../media/image78.jpeg"/><Relationship Id="rId11" Type="http://schemas.openxmlformats.org/officeDocument/2006/relationships/image" Target="../media/image83.jpeg"/><Relationship Id="rId5" Type="http://schemas.openxmlformats.org/officeDocument/2006/relationships/image" Target="../media/image77.jpeg"/><Relationship Id="rId15" Type="http://schemas.openxmlformats.org/officeDocument/2006/relationships/image" Target="../media/image87.jpeg"/><Relationship Id="rId10" Type="http://schemas.openxmlformats.org/officeDocument/2006/relationships/image" Target="../media/image82.jpeg"/><Relationship Id="rId19" Type="http://schemas.openxmlformats.org/officeDocument/2006/relationships/image" Target="../media/image91.jpeg"/><Relationship Id="rId4" Type="http://schemas.openxmlformats.org/officeDocument/2006/relationships/image" Target="../media/image76.jpeg"/><Relationship Id="rId9" Type="http://schemas.openxmlformats.org/officeDocument/2006/relationships/image" Target="../media/image81.jpeg"/><Relationship Id="rId14" Type="http://schemas.openxmlformats.org/officeDocument/2006/relationships/image" Target="../media/image86.jpe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eg"/><Relationship Id="rId13" Type="http://schemas.openxmlformats.org/officeDocument/2006/relationships/image" Target="../media/image105.jpeg"/><Relationship Id="rId18" Type="http://schemas.openxmlformats.org/officeDocument/2006/relationships/image" Target="../media/image110.jpeg"/><Relationship Id="rId3" Type="http://schemas.openxmlformats.org/officeDocument/2006/relationships/image" Target="../media/image95.jpeg"/><Relationship Id="rId7" Type="http://schemas.openxmlformats.org/officeDocument/2006/relationships/image" Target="../media/image99.jpeg"/><Relationship Id="rId12" Type="http://schemas.openxmlformats.org/officeDocument/2006/relationships/image" Target="../media/image104.jpeg"/><Relationship Id="rId17" Type="http://schemas.openxmlformats.org/officeDocument/2006/relationships/image" Target="../media/image109.jpeg"/><Relationship Id="rId2" Type="http://schemas.openxmlformats.org/officeDocument/2006/relationships/image" Target="../media/image94.jpeg"/><Relationship Id="rId16" Type="http://schemas.openxmlformats.org/officeDocument/2006/relationships/image" Target="../media/image108.jpeg"/><Relationship Id="rId1" Type="http://schemas.openxmlformats.org/officeDocument/2006/relationships/image" Target="../media/image93.jpeg"/><Relationship Id="rId6" Type="http://schemas.openxmlformats.org/officeDocument/2006/relationships/image" Target="../media/image98.jpeg"/><Relationship Id="rId11" Type="http://schemas.openxmlformats.org/officeDocument/2006/relationships/image" Target="../media/image103.jpeg"/><Relationship Id="rId5" Type="http://schemas.openxmlformats.org/officeDocument/2006/relationships/image" Target="../media/image97.jpeg"/><Relationship Id="rId15" Type="http://schemas.openxmlformats.org/officeDocument/2006/relationships/image" Target="../media/image107.jpeg"/><Relationship Id="rId10" Type="http://schemas.openxmlformats.org/officeDocument/2006/relationships/image" Target="../media/image102.jpeg"/><Relationship Id="rId19" Type="http://schemas.openxmlformats.org/officeDocument/2006/relationships/image" Target="../media/image111.jpeg"/><Relationship Id="rId4" Type="http://schemas.openxmlformats.org/officeDocument/2006/relationships/image" Target="../media/image96.jpeg"/><Relationship Id="rId9" Type="http://schemas.openxmlformats.org/officeDocument/2006/relationships/image" Target="../media/image101.jpeg"/><Relationship Id="rId14" Type="http://schemas.openxmlformats.org/officeDocument/2006/relationships/image" Target="../media/image106.jpe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jpeg"/><Relationship Id="rId13" Type="http://schemas.openxmlformats.org/officeDocument/2006/relationships/image" Target="../media/image124.jpeg"/><Relationship Id="rId18" Type="http://schemas.openxmlformats.org/officeDocument/2006/relationships/image" Target="../media/image129.jpeg"/><Relationship Id="rId3" Type="http://schemas.openxmlformats.org/officeDocument/2006/relationships/image" Target="../media/image114.jpeg"/><Relationship Id="rId7" Type="http://schemas.openxmlformats.org/officeDocument/2006/relationships/image" Target="../media/image118.jpeg"/><Relationship Id="rId12" Type="http://schemas.openxmlformats.org/officeDocument/2006/relationships/image" Target="../media/image123.jpeg"/><Relationship Id="rId17" Type="http://schemas.openxmlformats.org/officeDocument/2006/relationships/image" Target="../media/image128.jpeg"/><Relationship Id="rId2" Type="http://schemas.openxmlformats.org/officeDocument/2006/relationships/image" Target="../media/image113.jpeg"/><Relationship Id="rId16" Type="http://schemas.openxmlformats.org/officeDocument/2006/relationships/image" Target="../media/image127.jpeg"/><Relationship Id="rId1" Type="http://schemas.openxmlformats.org/officeDocument/2006/relationships/image" Target="../media/image112.jpeg"/><Relationship Id="rId6" Type="http://schemas.openxmlformats.org/officeDocument/2006/relationships/image" Target="../media/image117.jpeg"/><Relationship Id="rId11" Type="http://schemas.openxmlformats.org/officeDocument/2006/relationships/image" Target="../media/image122.jpeg"/><Relationship Id="rId5" Type="http://schemas.openxmlformats.org/officeDocument/2006/relationships/image" Target="../media/image116.jpeg"/><Relationship Id="rId15" Type="http://schemas.openxmlformats.org/officeDocument/2006/relationships/image" Target="../media/image126.jpeg"/><Relationship Id="rId10" Type="http://schemas.openxmlformats.org/officeDocument/2006/relationships/image" Target="../media/image121.jpeg"/><Relationship Id="rId19" Type="http://schemas.openxmlformats.org/officeDocument/2006/relationships/image" Target="../media/image130.jpeg"/><Relationship Id="rId4" Type="http://schemas.openxmlformats.org/officeDocument/2006/relationships/image" Target="../media/image115.jpeg"/><Relationship Id="rId9" Type="http://schemas.openxmlformats.org/officeDocument/2006/relationships/image" Target="../media/image120.jpeg"/><Relationship Id="rId14" Type="http://schemas.openxmlformats.org/officeDocument/2006/relationships/image" Target="../media/image125.jpe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13" Type="http://schemas.openxmlformats.org/officeDocument/2006/relationships/image" Target="../media/image47.jpeg"/><Relationship Id="rId18" Type="http://schemas.openxmlformats.org/officeDocument/2006/relationships/image" Target="../media/image52.jpe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12" Type="http://schemas.openxmlformats.org/officeDocument/2006/relationships/image" Target="../media/image46.jpeg"/><Relationship Id="rId17" Type="http://schemas.openxmlformats.org/officeDocument/2006/relationships/image" Target="../media/image51.jpeg"/><Relationship Id="rId2" Type="http://schemas.openxmlformats.org/officeDocument/2006/relationships/image" Target="../media/image36.jpeg"/><Relationship Id="rId16" Type="http://schemas.openxmlformats.org/officeDocument/2006/relationships/image" Target="../media/image50.jpeg"/><Relationship Id="rId1" Type="http://schemas.openxmlformats.org/officeDocument/2006/relationships/image" Target="../media/image35.jpeg"/><Relationship Id="rId6" Type="http://schemas.openxmlformats.org/officeDocument/2006/relationships/image" Target="../media/image40.jpeg"/><Relationship Id="rId11" Type="http://schemas.openxmlformats.org/officeDocument/2006/relationships/image" Target="../media/image45.jpeg"/><Relationship Id="rId5" Type="http://schemas.openxmlformats.org/officeDocument/2006/relationships/image" Target="../media/image39.jpeg"/><Relationship Id="rId15" Type="http://schemas.openxmlformats.org/officeDocument/2006/relationships/image" Target="../media/image49.jpeg"/><Relationship Id="rId10" Type="http://schemas.openxmlformats.org/officeDocument/2006/relationships/image" Target="../media/image44.jpeg"/><Relationship Id="rId19" Type="http://schemas.openxmlformats.org/officeDocument/2006/relationships/image" Target="../media/image53.jpeg"/><Relationship Id="rId4" Type="http://schemas.openxmlformats.org/officeDocument/2006/relationships/image" Target="../media/image38.jpeg"/><Relationship Id="rId9" Type="http://schemas.openxmlformats.org/officeDocument/2006/relationships/image" Target="../media/image43.jpeg"/><Relationship Id="rId14" Type="http://schemas.openxmlformats.org/officeDocument/2006/relationships/image" Target="../media/image48.jpe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13" Type="http://schemas.openxmlformats.org/officeDocument/2006/relationships/image" Target="../media/image66.jpeg"/><Relationship Id="rId18" Type="http://schemas.openxmlformats.org/officeDocument/2006/relationships/image" Target="../media/image71.jpeg"/><Relationship Id="rId3" Type="http://schemas.openxmlformats.org/officeDocument/2006/relationships/image" Target="../media/image56.jpeg"/><Relationship Id="rId7" Type="http://schemas.openxmlformats.org/officeDocument/2006/relationships/image" Target="../media/image60.jpeg"/><Relationship Id="rId12" Type="http://schemas.openxmlformats.org/officeDocument/2006/relationships/image" Target="../media/image65.jpeg"/><Relationship Id="rId17" Type="http://schemas.openxmlformats.org/officeDocument/2006/relationships/image" Target="../media/image70.jpeg"/><Relationship Id="rId2" Type="http://schemas.openxmlformats.org/officeDocument/2006/relationships/image" Target="../media/image55.jpeg"/><Relationship Id="rId16" Type="http://schemas.openxmlformats.org/officeDocument/2006/relationships/image" Target="../media/image69.jpeg"/><Relationship Id="rId1" Type="http://schemas.openxmlformats.org/officeDocument/2006/relationships/image" Target="../media/image54.jpeg"/><Relationship Id="rId6" Type="http://schemas.openxmlformats.org/officeDocument/2006/relationships/image" Target="../media/image59.jpeg"/><Relationship Id="rId11" Type="http://schemas.openxmlformats.org/officeDocument/2006/relationships/image" Target="../media/image64.jpeg"/><Relationship Id="rId5" Type="http://schemas.openxmlformats.org/officeDocument/2006/relationships/image" Target="../media/image58.jpeg"/><Relationship Id="rId15" Type="http://schemas.openxmlformats.org/officeDocument/2006/relationships/image" Target="../media/image68.jpeg"/><Relationship Id="rId10" Type="http://schemas.openxmlformats.org/officeDocument/2006/relationships/image" Target="../media/image63.jpeg"/><Relationship Id="rId19" Type="http://schemas.openxmlformats.org/officeDocument/2006/relationships/image" Target="../media/image72.jpeg"/><Relationship Id="rId4" Type="http://schemas.openxmlformats.org/officeDocument/2006/relationships/image" Target="../media/image57.jpeg"/><Relationship Id="rId9" Type="http://schemas.openxmlformats.org/officeDocument/2006/relationships/image" Target="../media/image62.jpeg"/><Relationship Id="rId14" Type="http://schemas.openxmlformats.org/officeDocument/2006/relationships/image" Target="../media/image67.jpe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eg"/><Relationship Id="rId13" Type="http://schemas.openxmlformats.org/officeDocument/2006/relationships/image" Target="../media/image85.jpeg"/><Relationship Id="rId18" Type="http://schemas.openxmlformats.org/officeDocument/2006/relationships/image" Target="../media/image90.jpeg"/><Relationship Id="rId3" Type="http://schemas.openxmlformats.org/officeDocument/2006/relationships/image" Target="../media/image75.jpeg"/><Relationship Id="rId7" Type="http://schemas.openxmlformats.org/officeDocument/2006/relationships/image" Target="../media/image79.jpeg"/><Relationship Id="rId12" Type="http://schemas.openxmlformats.org/officeDocument/2006/relationships/image" Target="../media/image84.jpeg"/><Relationship Id="rId17" Type="http://schemas.openxmlformats.org/officeDocument/2006/relationships/image" Target="../media/image89.jpeg"/><Relationship Id="rId2" Type="http://schemas.openxmlformats.org/officeDocument/2006/relationships/image" Target="../media/image74.jpeg"/><Relationship Id="rId16" Type="http://schemas.openxmlformats.org/officeDocument/2006/relationships/image" Target="../media/image88.jpeg"/><Relationship Id="rId20" Type="http://schemas.openxmlformats.org/officeDocument/2006/relationships/image" Target="../media/image92.jpeg"/><Relationship Id="rId1" Type="http://schemas.openxmlformats.org/officeDocument/2006/relationships/image" Target="../media/image73.jpeg"/><Relationship Id="rId6" Type="http://schemas.openxmlformats.org/officeDocument/2006/relationships/image" Target="../media/image78.jpeg"/><Relationship Id="rId11" Type="http://schemas.openxmlformats.org/officeDocument/2006/relationships/image" Target="../media/image83.jpeg"/><Relationship Id="rId5" Type="http://schemas.openxmlformats.org/officeDocument/2006/relationships/image" Target="../media/image77.jpeg"/><Relationship Id="rId15" Type="http://schemas.openxmlformats.org/officeDocument/2006/relationships/image" Target="../media/image87.jpeg"/><Relationship Id="rId10" Type="http://schemas.openxmlformats.org/officeDocument/2006/relationships/image" Target="../media/image82.jpeg"/><Relationship Id="rId19" Type="http://schemas.openxmlformats.org/officeDocument/2006/relationships/image" Target="../media/image91.jpeg"/><Relationship Id="rId4" Type="http://schemas.openxmlformats.org/officeDocument/2006/relationships/image" Target="../media/image76.jpeg"/><Relationship Id="rId9" Type="http://schemas.openxmlformats.org/officeDocument/2006/relationships/image" Target="../media/image81.jpeg"/><Relationship Id="rId14" Type="http://schemas.openxmlformats.org/officeDocument/2006/relationships/image" Target="../media/image86.jpe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eg"/><Relationship Id="rId13" Type="http://schemas.openxmlformats.org/officeDocument/2006/relationships/image" Target="../media/image105.jpeg"/><Relationship Id="rId18" Type="http://schemas.openxmlformats.org/officeDocument/2006/relationships/image" Target="../media/image110.jpeg"/><Relationship Id="rId3" Type="http://schemas.openxmlformats.org/officeDocument/2006/relationships/image" Target="../media/image95.jpeg"/><Relationship Id="rId7" Type="http://schemas.openxmlformats.org/officeDocument/2006/relationships/image" Target="../media/image99.jpeg"/><Relationship Id="rId12" Type="http://schemas.openxmlformats.org/officeDocument/2006/relationships/image" Target="../media/image104.jpeg"/><Relationship Id="rId17" Type="http://schemas.openxmlformats.org/officeDocument/2006/relationships/image" Target="../media/image109.jpeg"/><Relationship Id="rId2" Type="http://schemas.openxmlformats.org/officeDocument/2006/relationships/image" Target="../media/image94.jpeg"/><Relationship Id="rId16" Type="http://schemas.openxmlformats.org/officeDocument/2006/relationships/image" Target="../media/image108.jpeg"/><Relationship Id="rId1" Type="http://schemas.openxmlformats.org/officeDocument/2006/relationships/image" Target="../media/image93.jpeg"/><Relationship Id="rId6" Type="http://schemas.openxmlformats.org/officeDocument/2006/relationships/image" Target="../media/image98.jpeg"/><Relationship Id="rId11" Type="http://schemas.openxmlformats.org/officeDocument/2006/relationships/image" Target="../media/image103.jpeg"/><Relationship Id="rId5" Type="http://schemas.openxmlformats.org/officeDocument/2006/relationships/image" Target="../media/image97.jpeg"/><Relationship Id="rId15" Type="http://schemas.openxmlformats.org/officeDocument/2006/relationships/image" Target="../media/image107.jpeg"/><Relationship Id="rId10" Type="http://schemas.openxmlformats.org/officeDocument/2006/relationships/image" Target="../media/image102.jpeg"/><Relationship Id="rId19" Type="http://schemas.openxmlformats.org/officeDocument/2006/relationships/image" Target="../media/image111.jpeg"/><Relationship Id="rId4" Type="http://schemas.openxmlformats.org/officeDocument/2006/relationships/image" Target="../media/image96.jpeg"/><Relationship Id="rId9" Type="http://schemas.openxmlformats.org/officeDocument/2006/relationships/image" Target="../media/image101.jpeg"/><Relationship Id="rId14" Type="http://schemas.openxmlformats.org/officeDocument/2006/relationships/image" Target="../media/image106.jpe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jpeg"/><Relationship Id="rId13" Type="http://schemas.openxmlformats.org/officeDocument/2006/relationships/image" Target="../media/image124.jpeg"/><Relationship Id="rId18" Type="http://schemas.openxmlformats.org/officeDocument/2006/relationships/image" Target="../media/image129.jpeg"/><Relationship Id="rId3" Type="http://schemas.openxmlformats.org/officeDocument/2006/relationships/image" Target="../media/image114.jpeg"/><Relationship Id="rId7" Type="http://schemas.openxmlformats.org/officeDocument/2006/relationships/image" Target="../media/image118.jpeg"/><Relationship Id="rId12" Type="http://schemas.openxmlformats.org/officeDocument/2006/relationships/image" Target="../media/image123.jpeg"/><Relationship Id="rId17" Type="http://schemas.openxmlformats.org/officeDocument/2006/relationships/image" Target="../media/image128.jpeg"/><Relationship Id="rId2" Type="http://schemas.openxmlformats.org/officeDocument/2006/relationships/image" Target="../media/image113.jpeg"/><Relationship Id="rId16" Type="http://schemas.openxmlformats.org/officeDocument/2006/relationships/image" Target="../media/image127.jpeg"/><Relationship Id="rId1" Type="http://schemas.openxmlformats.org/officeDocument/2006/relationships/image" Target="../media/image112.jpeg"/><Relationship Id="rId6" Type="http://schemas.openxmlformats.org/officeDocument/2006/relationships/image" Target="../media/image117.jpeg"/><Relationship Id="rId11" Type="http://schemas.openxmlformats.org/officeDocument/2006/relationships/image" Target="../media/image122.jpeg"/><Relationship Id="rId5" Type="http://schemas.openxmlformats.org/officeDocument/2006/relationships/image" Target="../media/image116.jpeg"/><Relationship Id="rId15" Type="http://schemas.openxmlformats.org/officeDocument/2006/relationships/image" Target="../media/image126.jpeg"/><Relationship Id="rId10" Type="http://schemas.openxmlformats.org/officeDocument/2006/relationships/image" Target="../media/image121.jpeg"/><Relationship Id="rId19" Type="http://schemas.openxmlformats.org/officeDocument/2006/relationships/image" Target="../media/image130.jpeg"/><Relationship Id="rId4" Type="http://schemas.openxmlformats.org/officeDocument/2006/relationships/image" Target="../media/image115.jpeg"/><Relationship Id="rId9" Type="http://schemas.openxmlformats.org/officeDocument/2006/relationships/image" Target="../media/image120.jpeg"/><Relationship Id="rId14" Type="http://schemas.openxmlformats.org/officeDocument/2006/relationships/image" Target="../media/image12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66D2C-827E-4B7B-B206-6C17643B3F3E}" type="doc">
      <dgm:prSet loTypeId="urn:microsoft.com/office/officeart/2008/layout/PictureStrips" loCatId="pictur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D"/>
        </a:p>
      </dgm:t>
    </dgm:pt>
    <dgm:pt modelId="{7EE6785C-0723-47A0-AEA1-690EE1F7CABF}">
      <dgm:prSet phldrT="[Text]"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AFRIZAL FITRIAN DWI CAHYA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CCFAF7AF-DD8E-4770-9E83-979E971562B9}" type="par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1A70C40-95EA-4978-AAFE-ABB18B6913C1}" type="sib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DB8D3D5-4925-43CD-B270-C328585738BD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ANTON SUJARWO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C1577E48-131F-45E9-B482-E4488F59D6D7}" type="parTrans" cxnId="{5970C4A3-73A4-41C3-A4F8-1EB1C6174DF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9F4264E-DB36-4248-B2C1-4079307EE6FE}" type="sibTrans" cxnId="{5970C4A3-73A4-41C3-A4F8-1EB1C6174DF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43951487-97A5-4AB8-B127-0117059A80B7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ASEP MARYANA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27F4B166-82B9-4581-941F-3F5C0074EBC2}" type="parTrans" cxnId="{6DADF108-F90E-4057-A1DE-4B90D507935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4360093-A413-47DC-90CD-84BA2E3E27AB}" type="sibTrans" cxnId="{6DADF108-F90E-4057-A1DE-4B90D507935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BFEC32D-1A4A-4792-A721-443DA182C6DF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BAKTI WIBAWA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AF85F77E-4E4B-4D09-A961-3ACE7730B606}" type="parTrans" cxnId="{915D8440-509A-428B-AAED-49F11D42E32C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0437FE7-C562-40F3-8EF3-B0AFBC679930}" type="sibTrans" cxnId="{915D8440-509A-428B-AAED-49F11D42E32C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02CEA08-C2D7-4A08-9564-2D75D281B6C9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BAMBANG TRI ANDOYO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7167CBAA-0C78-443B-B6D6-A87C26CD82C3}" type="parTrans" cxnId="{49EA6108-1298-488E-94DF-A198A3CF011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B51244A-3CFA-45CB-B628-ED29B8689D37}" type="sibTrans" cxnId="{49EA6108-1298-488E-94DF-A198A3CF011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E06FFF0-C1B4-44E7-A89F-882636127E4C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DIAN VERONICA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2A970B31-5794-432D-9C4D-2E78F2B0EB5D}" type="parTrans" cxnId="{FD85B175-15B5-4648-90F8-0B2D8BB7438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8C91313-578A-4FBA-808B-B62C0565B203}" type="sibTrans" cxnId="{FD85B175-15B5-4648-90F8-0B2D8BB7438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1EEB42F-8052-4D13-81ED-6C64E6ABCF21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FAJRI  ARFAN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04E6EABF-C068-4897-ADE8-A0129EAA4C6C}" type="parTrans" cxnId="{590F5DE7-A22A-4C8B-BB8E-1D9CCFFAAA6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3F039A4-D753-4D6D-8346-A3D2EB2CDB60}" type="sibTrans" cxnId="{590F5DE7-A22A-4C8B-BB8E-1D9CCFFAAA6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92A0C2C-9A2C-4B1B-9811-DAD8D865B6F5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FATIMAH MISPA NURAHMI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A268E67B-35CC-4A9F-ABB5-BE75301638DC}" type="parTrans" cxnId="{C44CC9CC-04E6-4819-BE32-34AF66CCB3F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5953F77-450F-44D0-A492-2FA742CDE236}" type="sibTrans" cxnId="{C44CC9CC-04E6-4819-BE32-34AF66CCB3F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4598B07D-C856-4712-AA48-6A10C97682A5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GITA FEBRIANTY RAHAYU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507AC9E7-A886-478F-86AF-B6EC1C8287EC}" type="parTrans" cxnId="{572C0DE7-F0AD-49F9-86F3-0E12F3DE3E3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B10C358-ED38-4024-B7E0-44505576230C}" type="sibTrans" cxnId="{572C0DE7-F0AD-49F9-86F3-0E12F3DE3E3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7D6E9DB-DA4E-487C-B274-5A17CFF4E012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HENDRIYANA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61E17FBA-38FE-4486-8558-EAA5F8D9D8C3}" type="parTrans" cxnId="{F1031A80-597D-48D6-875B-4F360D747EF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4A81CA7-5923-4292-9C0E-00ADB75CCFC8}" type="sibTrans" cxnId="{F1031A80-597D-48D6-875B-4F360D747EF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78E3DEB-66B4-4348-9EDC-383EB5DCFE3F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HESTI RESTIA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AD82A04F-0A3C-4E39-9A7A-7C0778509A94}" type="parTrans" cxnId="{09BF0FAC-BB0D-43C5-999A-FD9F8F84A68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509B06DA-2001-42A2-B5F1-1CE6229F5368}" type="sibTrans" cxnId="{09BF0FAC-BB0D-43C5-999A-FD9F8F84A68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0C4A351-4E42-4490-8B93-C7E192EF5359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KEUKEU ROSYANA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65879B69-7F78-4C71-9458-F871E0DA11A8}" type="parTrans" cxnId="{1E1882BC-1351-46AE-AD19-4235916B607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4ECAA6E-7BED-482A-AB46-A6C8857792AE}" type="sibTrans" cxnId="{1E1882BC-1351-46AE-AD19-4235916B607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F7ADBDC-69D7-4823-A53C-F452AA400A05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MILLA CORSALINA DEWI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B5B05527-3861-42CB-9F8C-6B3112F70724}" type="parTrans" cxnId="{819C1032-AAEE-4DA7-8B54-227490A0627E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43B6FF7-91EE-40CB-9C0A-6B3B048E2D81}" type="sibTrans" cxnId="{819C1032-AAEE-4DA7-8B54-227490A0627E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FA23A63-8F35-4582-A131-CFD7CEC55E9E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MILA LESTARI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1A8F71C8-AE1C-4DDB-878B-03EED1930F15}" type="parTrans" cxnId="{440DA6AB-71FD-4FDF-A992-9B7F7FA5C4B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E13EE55-3E48-4E8F-A1E1-05324E07D17F}" type="sibTrans" cxnId="{440DA6AB-71FD-4FDF-A992-9B7F7FA5C4B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C009AEC-703E-4908-B686-5E0BECCF7087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RIMA RACHMAWATI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27FA9CD6-B47F-4374-8809-769E0130DEC5}" type="parTrans" cxnId="{898FBA3E-61E1-4824-ADA6-126322D66C6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4ABF518-F398-41C5-8F7F-28FD3B4476A7}" type="sibTrans" cxnId="{898FBA3E-61E1-4824-ADA6-126322D66C6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B21C46C-9153-495B-B322-620ADB00BF61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RONI ZAMRONI JOHARUDIN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62A5ACBD-5F78-4E4F-A10D-3D2296C4DA83}" type="parTrans" cxnId="{8BC49514-899F-4703-BE46-53EB2D47DC6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54AE83A-AC21-48A4-9525-72FE30BFEB7C}" type="sibTrans" cxnId="{8BC49514-899F-4703-BE46-53EB2D47DC6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FE26215-22CE-463B-830C-E9E8BB5A1051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SAEFULOH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694591AD-70D3-4A01-9083-87203E5B62B4}" type="parTrans" cxnId="{F65FDCE0-F8B7-4E02-8FB7-E9FBAFB22AC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54F78CBE-A772-44E0-80D6-E17424409298}" type="sibTrans" cxnId="{F65FDCE0-F8B7-4E02-8FB7-E9FBAFB22AC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8E56528-7D17-416C-9421-5AB78BF27D16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SANTI NOVIANTI RIDWANSYAH N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C90F75DE-0B39-4097-ADD0-C750E0ED224A}" type="parTrans" cxnId="{5CAC42D8-295E-47FA-A924-A429F474255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8945928-2DC7-4933-B319-B7E0B3B1BA1A}" type="sibTrans" cxnId="{5CAC42D8-295E-47FA-A924-A429F474255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1A24FF0-50AE-4F67-AE36-3414D9574EC6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YUPIA DIAN RATNA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E6C5FA22-A31D-454B-B7B4-D1D96E16FC2A}" type="parTrans" cxnId="{7D61941C-6460-4EE7-B659-CD6C9801F54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959774E-61CD-49F9-AEAF-B77F23A8BFE3}" type="sibTrans" cxnId="{7D61941C-6460-4EE7-B659-CD6C9801F54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6A41058D-4677-4FD8-BECB-9296484661B5}" type="pres">
      <dgm:prSet presAssocID="{5C866D2C-827E-4B7B-B206-6C17643B3F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F72D1E-144D-4CAC-8564-1B3AE3D92AF7}" type="pres">
      <dgm:prSet presAssocID="{7EE6785C-0723-47A0-AEA1-690EE1F7CABF}" presName="composite" presStyleCnt="0"/>
      <dgm:spPr/>
    </dgm:pt>
    <dgm:pt modelId="{867B67BC-78A2-4E2F-85DA-56A1DCAEC41B}" type="pres">
      <dgm:prSet presAssocID="{7EE6785C-0723-47A0-AEA1-690EE1F7CABF}" presName="rect1" presStyleLbl="trAlignAcc1" presStyleIdx="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67970-C582-47CA-ADAD-835B499839E3}" type="pres">
      <dgm:prSet presAssocID="{7EE6785C-0723-47A0-AEA1-690EE1F7CABF}" presName="rect2" presStyleLbl="fgImgPlace1" presStyleIdx="0" presStyleCnt="19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0D75ED5-3345-467A-A8AC-1D45BFEE91A8}" type="pres">
      <dgm:prSet presAssocID="{81A70C40-95EA-4978-AAFE-ABB18B6913C1}" presName="sibTrans" presStyleCnt="0"/>
      <dgm:spPr/>
    </dgm:pt>
    <dgm:pt modelId="{37E4DB7B-F18A-47F4-B9D0-197A633E750B}" type="pres">
      <dgm:prSet presAssocID="{CDB8D3D5-4925-43CD-B270-C328585738BD}" presName="composite" presStyleCnt="0"/>
      <dgm:spPr/>
    </dgm:pt>
    <dgm:pt modelId="{B1FE5DA1-39D6-4935-B927-0CA2FA782638}" type="pres">
      <dgm:prSet presAssocID="{CDB8D3D5-4925-43CD-B270-C328585738BD}" presName="rect1" presStyleLbl="trAlignAcc1" presStyleIdx="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85C44F-89D1-4AD6-B0BC-45736F66E4D7}" type="pres">
      <dgm:prSet presAssocID="{CDB8D3D5-4925-43CD-B270-C328585738BD}" presName="rect2" presStyleLbl="fgImgPlace1" presStyleIdx="1" presStyleCnt="19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4F1C25B9-7214-4F24-9009-18A663A7BD21}" type="pres">
      <dgm:prSet presAssocID="{39F4264E-DB36-4248-B2C1-4079307EE6FE}" presName="sibTrans" presStyleCnt="0"/>
      <dgm:spPr/>
    </dgm:pt>
    <dgm:pt modelId="{83A943C7-D25F-4B5F-AF1D-0EE96D15E0A6}" type="pres">
      <dgm:prSet presAssocID="{43951487-97A5-4AB8-B127-0117059A80B7}" presName="composite" presStyleCnt="0"/>
      <dgm:spPr/>
    </dgm:pt>
    <dgm:pt modelId="{01377FEA-2245-4968-89FA-BEDAF991CDCC}" type="pres">
      <dgm:prSet presAssocID="{43951487-97A5-4AB8-B127-0117059A80B7}" presName="rect1" presStyleLbl="trAlignAcc1" presStyleIdx="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8D66A4-CEB4-4A19-A526-B396B0C1574E}" type="pres">
      <dgm:prSet presAssocID="{43951487-97A5-4AB8-B127-0117059A80B7}" presName="rect2" presStyleLbl="fgImgPlace1" presStyleIdx="2" presStyleCnt="19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3F1E6D71-C35D-493C-922E-47043C44AB68}" type="pres">
      <dgm:prSet presAssocID="{C4360093-A413-47DC-90CD-84BA2E3E27AB}" presName="sibTrans" presStyleCnt="0"/>
      <dgm:spPr/>
    </dgm:pt>
    <dgm:pt modelId="{1B8B5D4B-F10C-4B0F-AF94-40C75766832D}" type="pres">
      <dgm:prSet presAssocID="{9BFEC32D-1A4A-4792-A721-443DA182C6DF}" presName="composite" presStyleCnt="0"/>
      <dgm:spPr/>
    </dgm:pt>
    <dgm:pt modelId="{B2DDAEE2-94FF-4D5E-8EA0-BB053C3663C0}" type="pres">
      <dgm:prSet presAssocID="{9BFEC32D-1A4A-4792-A721-443DA182C6DF}" presName="rect1" presStyleLbl="trAlignAcc1" presStyleIdx="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A875AC-4CAB-4745-97EB-6E1762ABEB49}" type="pres">
      <dgm:prSet presAssocID="{9BFEC32D-1A4A-4792-A721-443DA182C6DF}" presName="rect2" presStyleLbl="fgImgPlace1" presStyleIdx="3" presStyleCnt="19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5042BBB1-2AE5-454E-891F-C71DF354C9C6}" type="pres">
      <dgm:prSet presAssocID="{E0437FE7-C562-40F3-8EF3-B0AFBC679930}" presName="sibTrans" presStyleCnt="0"/>
      <dgm:spPr/>
    </dgm:pt>
    <dgm:pt modelId="{3445D76E-4CB6-4E1E-A379-5889902B3E38}" type="pres">
      <dgm:prSet presAssocID="{C02CEA08-C2D7-4A08-9564-2D75D281B6C9}" presName="composite" presStyleCnt="0"/>
      <dgm:spPr/>
    </dgm:pt>
    <dgm:pt modelId="{1BA6A0B0-386A-4B89-A43C-B6C4346AFFE0}" type="pres">
      <dgm:prSet presAssocID="{C02CEA08-C2D7-4A08-9564-2D75D281B6C9}" presName="rect1" presStyleLbl="trAlignAcc1" presStyleIdx="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299D0F-16C0-466F-9FBB-79B182756133}" type="pres">
      <dgm:prSet presAssocID="{C02CEA08-C2D7-4A08-9564-2D75D281B6C9}" presName="rect2" presStyleLbl="fgImgPlace1" presStyleIdx="4" presStyleCnt="19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5A382E1C-B2D4-48A5-8E01-EFFF97696EC4}" type="pres">
      <dgm:prSet presAssocID="{CB51244A-3CFA-45CB-B628-ED29B8689D37}" presName="sibTrans" presStyleCnt="0"/>
      <dgm:spPr/>
    </dgm:pt>
    <dgm:pt modelId="{C7FC5DFA-767F-4070-9161-B537D1691955}" type="pres">
      <dgm:prSet presAssocID="{0E06FFF0-C1B4-44E7-A89F-882636127E4C}" presName="composite" presStyleCnt="0"/>
      <dgm:spPr/>
    </dgm:pt>
    <dgm:pt modelId="{9D12DA29-BB42-4449-8268-C945B2BE961A}" type="pres">
      <dgm:prSet presAssocID="{0E06FFF0-C1B4-44E7-A89F-882636127E4C}" presName="rect1" presStyleLbl="trAlignAcc1" presStyleIdx="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F0CDBE-7508-46F7-A442-211BCF76241E}" type="pres">
      <dgm:prSet presAssocID="{0E06FFF0-C1B4-44E7-A89F-882636127E4C}" presName="rect2" presStyleLbl="fgImgPlace1" presStyleIdx="5" presStyleCnt="19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96D2CA92-2889-4950-9615-45D33C2D9D42}" type="pres">
      <dgm:prSet presAssocID="{F8C91313-578A-4FBA-808B-B62C0565B203}" presName="sibTrans" presStyleCnt="0"/>
      <dgm:spPr/>
    </dgm:pt>
    <dgm:pt modelId="{A2E50B84-874A-405D-834A-F88E568F3B9F}" type="pres">
      <dgm:prSet presAssocID="{31EEB42F-8052-4D13-81ED-6C64E6ABCF21}" presName="composite" presStyleCnt="0"/>
      <dgm:spPr/>
    </dgm:pt>
    <dgm:pt modelId="{09F38A16-2BDC-4E56-8EF2-E7D5D2448413}" type="pres">
      <dgm:prSet presAssocID="{31EEB42F-8052-4D13-81ED-6C64E6ABCF21}" presName="rect1" presStyleLbl="trAlignAcc1" presStyleIdx="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6C3B69-AE4D-4671-B4CC-F8CD8685C51B}" type="pres">
      <dgm:prSet presAssocID="{31EEB42F-8052-4D13-81ED-6C64E6ABCF21}" presName="rect2" presStyleLbl="fgImgPlace1" presStyleIdx="6" presStyleCnt="19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2E63C8B-AB2F-4771-AAD5-AA8B159CE6F8}" type="pres">
      <dgm:prSet presAssocID="{C3F039A4-D753-4D6D-8346-A3D2EB2CDB60}" presName="sibTrans" presStyleCnt="0"/>
      <dgm:spPr/>
    </dgm:pt>
    <dgm:pt modelId="{307A4233-2EBA-4947-A003-23AA8A87A452}" type="pres">
      <dgm:prSet presAssocID="{292A0C2C-9A2C-4B1B-9811-DAD8D865B6F5}" presName="composite" presStyleCnt="0"/>
      <dgm:spPr/>
    </dgm:pt>
    <dgm:pt modelId="{7C32CE82-55B9-4519-BA93-E3F676B78AFB}" type="pres">
      <dgm:prSet presAssocID="{292A0C2C-9A2C-4B1B-9811-DAD8D865B6F5}" presName="rect1" presStyleLbl="trAlignAcc1" presStyleIdx="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518A2E-EE1D-4D97-8C0D-B6A952978378}" type="pres">
      <dgm:prSet presAssocID="{292A0C2C-9A2C-4B1B-9811-DAD8D865B6F5}" presName="rect2" presStyleLbl="fgImgPlace1" presStyleIdx="7" presStyleCnt="19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819D63EB-8163-4D95-8F7A-2F70B56F8F27}" type="pres">
      <dgm:prSet presAssocID="{A5953F77-450F-44D0-A492-2FA742CDE236}" presName="sibTrans" presStyleCnt="0"/>
      <dgm:spPr/>
    </dgm:pt>
    <dgm:pt modelId="{2582314C-F589-4753-A3B0-BFF8DAD8C83B}" type="pres">
      <dgm:prSet presAssocID="{4598B07D-C856-4712-AA48-6A10C97682A5}" presName="composite" presStyleCnt="0"/>
      <dgm:spPr/>
    </dgm:pt>
    <dgm:pt modelId="{E6EE73FD-A6B2-467F-BC10-5ADD053668EB}" type="pres">
      <dgm:prSet presAssocID="{4598B07D-C856-4712-AA48-6A10C97682A5}" presName="rect1" presStyleLbl="trAlignAcc1" presStyleIdx="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56E432-4119-4160-8C80-5D44715C651D}" type="pres">
      <dgm:prSet presAssocID="{4598B07D-C856-4712-AA48-6A10C97682A5}" presName="rect2" presStyleLbl="fgImgPlace1" presStyleIdx="8" presStyleCnt="19"/>
      <dgm:spPr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B0297C42-B4D5-4A87-A7D8-16AC3FA56DF7}" type="pres">
      <dgm:prSet presAssocID="{AB10C358-ED38-4024-B7E0-44505576230C}" presName="sibTrans" presStyleCnt="0"/>
      <dgm:spPr/>
    </dgm:pt>
    <dgm:pt modelId="{E09E9986-4C60-40EC-AD22-6972831875A5}" type="pres">
      <dgm:prSet presAssocID="{07D6E9DB-DA4E-487C-B274-5A17CFF4E012}" presName="composite" presStyleCnt="0"/>
      <dgm:spPr/>
    </dgm:pt>
    <dgm:pt modelId="{A244D6E1-200A-4FDD-BCAD-38638EAFFCF5}" type="pres">
      <dgm:prSet presAssocID="{07D6E9DB-DA4E-487C-B274-5A17CFF4E012}" presName="rect1" presStyleLbl="trAlignAcc1" presStyleIdx="9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4F70FE-FC7A-40F3-BF48-54FE80DEDDB7}" type="pres">
      <dgm:prSet presAssocID="{07D6E9DB-DA4E-487C-B274-5A17CFF4E012}" presName="rect2" presStyleLbl="fgImgPlace1" presStyleIdx="9" presStyleCnt="19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BDEC8907-6961-42F2-A5E9-827A0F5E12CB}" type="pres">
      <dgm:prSet presAssocID="{C4A81CA7-5923-4292-9C0E-00ADB75CCFC8}" presName="sibTrans" presStyleCnt="0"/>
      <dgm:spPr/>
    </dgm:pt>
    <dgm:pt modelId="{66824892-E39D-4A31-8C3F-F621B6A77984}" type="pres">
      <dgm:prSet presAssocID="{378E3DEB-66B4-4348-9EDC-383EB5DCFE3F}" presName="composite" presStyleCnt="0"/>
      <dgm:spPr/>
    </dgm:pt>
    <dgm:pt modelId="{AC5719BF-42EB-4FBC-89EA-1A3442801FB0}" type="pres">
      <dgm:prSet presAssocID="{378E3DEB-66B4-4348-9EDC-383EB5DCFE3F}" presName="rect1" presStyleLbl="trAlignAcc1" presStyleIdx="1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42007B-A032-439A-81F3-E84BDA4EDD6A}" type="pres">
      <dgm:prSet presAssocID="{378E3DEB-66B4-4348-9EDC-383EB5DCFE3F}" presName="rect2" presStyleLbl="fgImgPlace1" presStyleIdx="10" presStyleCnt="19"/>
      <dgm:spPr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E325F43F-7DA4-4C8B-B1CC-3D25117BE44D}" type="pres">
      <dgm:prSet presAssocID="{509B06DA-2001-42A2-B5F1-1CE6229F5368}" presName="sibTrans" presStyleCnt="0"/>
      <dgm:spPr/>
    </dgm:pt>
    <dgm:pt modelId="{CAB130E2-7C8F-4228-AA17-BB04E3D702A4}" type="pres">
      <dgm:prSet presAssocID="{10C4A351-4E42-4490-8B93-C7E192EF5359}" presName="composite" presStyleCnt="0"/>
      <dgm:spPr/>
    </dgm:pt>
    <dgm:pt modelId="{A62BC74B-4DD5-4CDF-B953-17FDF86672F6}" type="pres">
      <dgm:prSet presAssocID="{10C4A351-4E42-4490-8B93-C7E192EF5359}" presName="rect1" presStyleLbl="trAlignAcc1" presStyleIdx="1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20231E-3648-4A2E-8DFC-EF7127F16A86}" type="pres">
      <dgm:prSet presAssocID="{10C4A351-4E42-4490-8B93-C7E192EF5359}" presName="rect2" presStyleLbl="fgImgPlace1" presStyleIdx="11" presStyleCnt="19"/>
      <dgm:spPr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</dgm:pt>
    <dgm:pt modelId="{B8C6F580-A2EF-4911-8CAF-3AE9CA6DFF42}" type="pres">
      <dgm:prSet presAssocID="{74ECAA6E-7BED-482A-AB46-A6C8857792AE}" presName="sibTrans" presStyleCnt="0"/>
      <dgm:spPr/>
    </dgm:pt>
    <dgm:pt modelId="{0BBA823D-3718-4CFC-BB79-03F8C1C57679}" type="pres">
      <dgm:prSet presAssocID="{AF7ADBDC-69D7-4823-A53C-F452AA400A05}" presName="composite" presStyleCnt="0"/>
      <dgm:spPr/>
    </dgm:pt>
    <dgm:pt modelId="{8C47983D-D7C4-49AD-B13B-92996BA049F6}" type="pres">
      <dgm:prSet presAssocID="{AF7ADBDC-69D7-4823-A53C-F452AA400A05}" presName="rect1" presStyleLbl="trAlignAcc1" presStyleIdx="1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8E7015-6350-4449-AD0C-832B6A98BE1F}" type="pres">
      <dgm:prSet presAssocID="{AF7ADBDC-69D7-4823-A53C-F452AA400A05}" presName="rect2" presStyleLbl="fgImgPlace1" presStyleIdx="12" presStyleCnt="19"/>
      <dgm:spPr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878954A0-ACFE-4F3C-8EC9-91E118754837}" type="pres">
      <dgm:prSet presAssocID="{343B6FF7-91EE-40CB-9C0A-6B3B048E2D81}" presName="sibTrans" presStyleCnt="0"/>
      <dgm:spPr/>
    </dgm:pt>
    <dgm:pt modelId="{E53499BF-C673-4E1E-A3F9-A9439EBAB6B6}" type="pres">
      <dgm:prSet presAssocID="{7FA23A63-8F35-4582-A131-CFD7CEC55E9E}" presName="composite" presStyleCnt="0"/>
      <dgm:spPr/>
    </dgm:pt>
    <dgm:pt modelId="{1180CDEB-ED94-46D8-AF46-B74E45947D25}" type="pres">
      <dgm:prSet presAssocID="{7FA23A63-8F35-4582-A131-CFD7CEC55E9E}" presName="rect1" presStyleLbl="trAlignAcc1" presStyleIdx="1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9B2935-420B-4C4C-BB32-F8DA40FB0D8C}" type="pres">
      <dgm:prSet presAssocID="{7FA23A63-8F35-4582-A131-CFD7CEC55E9E}" presName="rect2" presStyleLbl="fgImgPlace1" presStyleIdx="13" presStyleCnt="19"/>
      <dgm:spPr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1215D740-EDB2-4DF0-B17F-A440AFDEEE3A}" type="pres">
      <dgm:prSet presAssocID="{EE13EE55-3E48-4E8F-A1E1-05324E07D17F}" presName="sibTrans" presStyleCnt="0"/>
      <dgm:spPr/>
    </dgm:pt>
    <dgm:pt modelId="{9DE8A15B-DC60-4AC0-A295-0EA40D08627C}" type="pres">
      <dgm:prSet presAssocID="{CC009AEC-703E-4908-B686-5E0BECCF7087}" presName="composite" presStyleCnt="0"/>
      <dgm:spPr/>
    </dgm:pt>
    <dgm:pt modelId="{B2C111D0-59C1-44FB-ABFA-B583E6456170}" type="pres">
      <dgm:prSet presAssocID="{CC009AEC-703E-4908-B686-5E0BECCF7087}" presName="rect1" presStyleLbl="trAlignAcc1" presStyleIdx="1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B45805-118A-427A-B25C-7CC076D2705A}" type="pres">
      <dgm:prSet presAssocID="{CC009AEC-703E-4908-B686-5E0BECCF7087}" presName="rect2" presStyleLbl="fgImgPlace1" presStyleIdx="14" presStyleCnt="19"/>
      <dgm:spPr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E5CAE2D-136E-4486-A9F9-BBCAF22258AC}" type="pres">
      <dgm:prSet presAssocID="{84ABF518-F398-41C5-8F7F-28FD3B4476A7}" presName="sibTrans" presStyleCnt="0"/>
      <dgm:spPr/>
    </dgm:pt>
    <dgm:pt modelId="{AABD02DB-84ED-44B1-B916-B67B5E2DA9E2}" type="pres">
      <dgm:prSet presAssocID="{2B21C46C-9153-495B-B322-620ADB00BF61}" presName="composite" presStyleCnt="0"/>
      <dgm:spPr/>
    </dgm:pt>
    <dgm:pt modelId="{CBA37222-6B95-4418-8AD4-CF078BF24140}" type="pres">
      <dgm:prSet presAssocID="{2B21C46C-9153-495B-B322-620ADB00BF61}" presName="rect1" presStyleLbl="trAlignAcc1" presStyleIdx="1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89CFCE-8A42-461D-9000-9DE5E84FDCD2}" type="pres">
      <dgm:prSet presAssocID="{2B21C46C-9153-495B-B322-620ADB00BF61}" presName="rect2" presStyleLbl="fgImgPlace1" presStyleIdx="15" presStyleCnt="19"/>
      <dgm:spPr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B57F36D5-915F-45BC-9ACD-877D35C7AB35}" type="pres">
      <dgm:prSet presAssocID="{054AE83A-AC21-48A4-9525-72FE30BFEB7C}" presName="sibTrans" presStyleCnt="0"/>
      <dgm:spPr/>
    </dgm:pt>
    <dgm:pt modelId="{D8794B24-C963-48C9-9EEB-A570CAABE4E5}" type="pres">
      <dgm:prSet presAssocID="{8FE26215-22CE-463B-830C-E9E8BB5A1051}" presName="composite" presStyleCnt="0"/>
      <dgm:spPr/>
    </dgm:pt>
    <dgm:pt modelId="{18AE440D-E263-4596-9CAD-83635669DC14}" type="pres">
      <dgm:prSet presAssocID="{8FE26215-22CE-463B-830C-E9E8BB5A1051}" presName="rect1" presStyleLbl="trAlignAcc1" presStyleIdx="1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48CE3D-2D30-4F7D-8E11-4E893DB1123C}" type="pres">
      <dgm:prSet presAssocID="{8FE26215-22CE-463B-830C-E9E8BB5A1051}" presName="rect2" presStyleLbl="fgImgPlace1" presStyleIdx="16" presStyleCnt="19"/>
      <dgm:spPr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739CE385-02BC-44BB-81A4-65720C7DFFBC}" type="pres">
      <dgm:prSet presAssocID="{54F78CBE-A772-44E0-80D6-E17424409298}" presName="sibTrans" presStyleCnt="0"/>
      <dgm:spPr/>
    </dgm:pt>
    <dgm:pt modelId="{62236261-0294-4800-9870-158F655EEF13}" type="pres">
      <dgm:prSet presAssocID="{C8E56528-7D17-416C-9421-5AB78BF27D16}" presName="composite" presStyleCnt="0"/>
      <dgm:spPr/>
    </dgm:pt>
    <dgm:pt modelId="{F5A6F0C9-B9BA-41BD-A380-461DF046F38B}" type="pres">
      <dgm:prSet presAssocID="{C8E56528-7D17-416C-9421-5AB78BF27D16}" presName="rect1" presStyleLbl="trAlignAcc1" presStyleIdx="1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0E654C-1C99-4AFF-9342-2169B82CB042}" type="pres">
      <dgm:prSet presAssocID="{C8E56528-7D17-416C-9421-5AB78BF27D16}" presName="rect2" presStyleLbl="fgImgPlace1" presStyleIdx="17" presStyleCnt="19"/>
      <dgm:spPr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C908B8E9-EC14-4EDD-85DA-F9196D9B8115}" type="pres">
      <dgm:prSet presAssocID="{78945928-2DC7-4933-B319-B7E0B3B1BA1A}" presName="sibTrans" presStyleCnt="0"/>
      <dgm:spPr/>
    </dgm:pt>
    <dgm:pt modelId="{91A9EB54-3D23-4479-969F-D2FCC1C2BFF0}" type="pres">
      <dgm:prSet presAssocID="{01A24FF0-50AE-4F67-AE36-3414D9574EC6}" presName="composite" presStyleCnt="0"/>
      <dgm:spPr/>
    </dgm:pt>
    <dgm:pt modelId="{3381E4F2-0E04-4248-88DB-C9B302669047}" type="pres">
      <dgm:prSet presAssocID="{01A24FF0-50AE-4F67-AE36-3414D9574EC6}" presName="rect1" presStyleLbl="trAlignAcc1" presStyleIdx="1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9BE988-9B8B-4559-AE40-39A1D8CA8EFF}" type="pres">
      <dgm:prSet presAssocID="{01A24FF0-50AE-4F67-AE36-3414D9574EC6}" presName="rect2" presStyleLbl="fgImgPlace1" presStyleIdx="18" presStyleCnt="19"/>
      <dgm:spPr>
        <a:blipFill>
          <a:blip xmlns:r="http://schemas.openxmlformats.org/officeDocument/2006/relationships"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</dgm:ptLst>
  <dgm:cxnLst>
    <dgm:cxn modelId="{915D8440-509A-428B-AAED-49F11D42E32C}" srcId="{5C866D2C-827E-4B7B-B206-6C17643B3F3E}" destId="{9BFEC32D-1A4A-4792-A721-443DA182C6DF}" srcOrd="3" destOrd="0" parTransId="{AF85F77E-4E4B-4D09-A961-3ACE7730B606}" sibTransId="{E0437FE7-C562-40F3-8EF3-B0AFBC679930}"/>
    <dgm:cxn modelId="{A1791922-AE78-411E-95E9-37EFCB6C1AF2}" type="presOf" srcId="{CC009AEC-703E-4908-B686-5E0BECCF7087}" destId="{B2C111D0-59C1-44FB-ABFA-B583E6456170}" srcOrd="0" destOrd="0" presId="urn:microsoft.com/office/officeart/2008/layout/PictureStrips"/>
    <dgm:cxn modelId="{49EA6108-1298-488E-94DF-A198A3CF011F}" srcId="{5C866D2C-827E-4B7B-B206-6C17643B3F3E}" destId="{C02CEA08-C2D7-4A08-9564-2D75D281B6C9}" srcOrd="4" destOrd="0" parTransId="{7167CBAA-0C78-443B-B6D6-A87C26CD82C3}" sibTransId="{CB51244A-3CFA-45CB-B628-ED29B8689D37}"/>
    <dgm:cxn modelId="{C57AB72C-AA86-47A6-A406-CDD2C303C5AD}" type="presOf" srcId="{AF7ADBDC-69D7-4823-A53C-F452AA400A05}" destId="{8C47983D-D7C4-49AD-B13B-92996BA049F6}" srcOrd="0" destOrd="0" presId="urn:microsoft.com/office/officeart/2008/layout/PictureStrips"/>
    <dgm:cxn modelId="{F1031A80-597D-48D6-875B-4F360D747EF1}" srcId="{5C866D2C-827E-4B7B-B206-6C17643B3F3E}" destId="{07D6E9DB-DA4E-487C-B274-5A17CFF4E012}" srcOrd="9" destOrd="0" parTransId="{61E17FBA-38FE-4486-8558-EAA5F8D9D8C3}" sibTransId="{C4A81CA7-5923-4292-9C0E-00ADB75CCFC8}"/>
    <dgm:cxn modelId="{AEBB7EA0-B3D3-438D-8F2F-283269B2F3FB}" type="presOf" srcId="{8FE26215-22CE-463B-830C-E9E8BB5A1051}" destId="{18AE440D-E263-4596-9CAD-83635669DC14}" srcOrd="0" destOrd="0" presId="urn:microsoft.com/office/officeart/2008/layout/PictureStrips"/>
    <dgm:cxn modelId="{572C0DE7-F0AD-49F9-86F3-0E12F3DE3E34}" srcId="{5C866D2C-827E-4B7B-B206-6C17643B3F3E}" destId="{4598B07D-C856-4712-AA48-6A10C97682A5}" srcOrd="8" destOrd="0" parTransId="{507AC9E7-A886-478F-86AF-B6EC1C8287EC}" sibTransId="{AB10C358-ED38-4024-B7E0-44505576230C}"/>
    <dgm:cxn modelId="{26DCDD6B-729D-47BF-95D3-E19DD3079E82}" type="presOf" srcId="{7FA23A63-8F35-4582-A131-CFD7CEC55E9E}" destId="{1180CDEB-ED94-46D8-AF46-B74E45947D25}" srcOrd="0" destOrd="0" presId="urn:microsoft.com/office/officeart/2008/layout/PictureStrips"/>
    <dgm:cxn modelId="{B04199AC-F60E-446E-8C7D-BADEF57F6E6A}" type="presOf" srcId="{4598B07D-C856-4712-AA48-6A10C97682A5}" destId="{E6EE73FD-A6B2-467F-BC10-5ADD053668EB}" srcOrd="0" destOrd="0" presId="urn:microsoft.com/office/officeart/2008/layout/PictureStrips"/>
    <dgm:cxn modelId="{8ED06B50-260B-46C4-AA17-4FC667791B03}" type="presOf" srcId="{9BFEC32D-1A4A-4792-A721-443DA182C6DF}" destId="{B2DDAEE2-94FF-4D5E-8EA0-BB053C3663C0}" srcOrd="0" destOrd="0" presId="urn:microsoft.com/office/officeart/2008/layout/PictureStrips"/>
    <dgm:cxn modelId="{590F5DE7-A22A-4C8B-BB8E-1D9CCFFAAA65}" srcId="{5C866D2C-827E-4B7B-B206-6C17643B3F3E}" destId="{31EEB42F-8052-4D13-81ED-6C64E6ABCF21}" srcOrd="6" destOrd="0" parTransId="{04E6EABF-C068-4897-ADE8-A0129EAA4C6C}" sibTransId="{C3F039A4-D753-4D6D-8346-A3D2EB2CDB60}"/>
    <dgm:cxn modelId="{898FBA3E-61E1-4824-ADA6-126322D66C67}" srcId="{5C866D2C-827E-4B7B-B206-6C17643B3F3E}" destId="{CC009AEC-703E-4908-B686-5E0BECCF7087}" srcOrd="14" destOrd="0" parTransId="{27FA9CD6-B47F-4374-8809-769E0130DEC5}" sibTransId="{84ABF518-F398-41C5-8F7F-28FD3B4476A7}"/>
    <dgm:cxn modelId="{EF761BDB-98F1-4DDF-895C-399490A8561C}" type="presOf" srcId="{0E06FFF0-C1B4-44E7-A89F-882636127E4C}" destId="{9D12DA29-BB42-4449-8268-C945B2BE961A}" srcOrd="0" destOrd="0" presId="urn:microsoft.com/office/officeart/2008/layout/PictureStrips"/>
    <dgm:cxn modelId="{347C91D7-26EB-4B0D-B548-78AD3E8C89A2}" srcId="{5C866D2C-827E-4B7B-B206-6C17643B3F3E}" destId="{7EE6785C-0723-47A0-AEA1-690EE1F7CABF}" srcOrd="0" destOrd="0" parTransId="{CCFAF7AF-DD8E-4770-9E83-979E971562B9}" sibTransId="{81A70C40-95EA-4978-AAFE-ABB18B6913C1}"/>
    <dgm:cxn modelId="{7D61941C-6460-4EE7-B659-CD6C9801F545}" srcId="{5C866D2C-827E-4B7B-B206-6C17643B3F3E}" destId="{01A24FF0-50AE-4F67-AE36-3414D9574EC6}" srcOrd="18" destOrd="0" parTransId="{E6C5FA22-A31D-454B-B7B4-D1D96E16FC2A}" sibTransId="{9959774E-61CD-49F9-AEAF-B77F23A8BFE3}"/>
    <dgm:cxn modelId="{CD4BD2AA-3E6E-4899-A293-E38E84ECB1D4}" type="presOf" srcId="{43951487-97A5-4AB8-B127-0117059A80B7}" destId="{01377FEA-2245-4968-89FA-BEDAF991CDCC}" srcOrd="0" destOrd="0" presId="urn:microsoft.com/office/officeart/2008/layout/PictureStrips"/>
    <dgm:cxn modelId="{0AF67992-9DDB-454D-A4B2-D17F3DF905F2}" type="presOf" srcId="{C02CEA08-C2D7-4A08-9564-2D75D281B6C9}" destId="{1BA6A0B0-386A-4B89-A43C-B6C4346AFFE0}" srcOrd="0" destOrd="0" presId="urn:microsoft.com/office/officeart/2008/layout/PictureStrips"/>
    <dgm:cxn modelId="{440DA6AB-71FD-4FDF-A992-9B7F7FA5C4B6}" srcId="{5C866D2C-827E-4B7B-B206-6C17643B3F3E}" destId="{7FA23A63-8F35-4582-A131-CFD7CEC55E9E}" srcOrd="13" destOrd="0" parTransId="{1A8F71C8-AE1C-4DDB-878B-03EED1930F15}" sibTransId="{EE13EE55-3E48-4E8F-A1E1-05324E07D17F}"/>
    <dgm:cxn modelId="{7A4D97F4-7BF5-4583-8EA8-0ACC95866767}" type="presOf" srcId="{5C866D2C-827E-4B7B-B206-6C17643B3F3E}" destId="{6A41058D-4677-4FD8-BECB-9296484661B5}" srcOrd="0" destOrd="0" presId="urn:microsoft.com/office/officeart/2008/layout/PictureStrips"/>
    <dgm:cxn modelId="{C1197DF9-F34B-45D5-B1EB-EE89AFC0240B}" type="presOf" srcId="{07D6E9DB-DA4E-487C-B274-5A17CFF4E012}" destId="{A244D6E1-200A-4FDD-BCAD-38638EAFFCF5}" srcOrd="0" destOrd="0" presId="urn:microsoft.com/office/officeart/2008/layout/PictureStrips"/>
    <dgm:cxn modelId="{1ED7C7D1-3194-499E-9D3A-22AE03EA20CE}" type="presOf" srcId="{01A24FF0-50AE-4F67-AE36-3414D9574EC6}" destId="{3381E4F2-0E04-4248-88DB-C9B302669047}" srcOrd="0" destOrd="0" presId="urn:microsoft.com/office/officeart/2008/layout/PictureStrips"/>
    <dgm:cxn modelId="{67051E29-6D27-4C51-9B5C-5268FD75D665}" type="presOf" srcId="{31EEB42F-8052-4D13-81ED-6C64E6ABCF21}" destId="{09F38A16-2BDC-4E56-8EF2-E7D5D2448413}" srcOrd="0" destOrd="0" presId="urn:microsoft.com/office/officeart/2008/layout/PictureStrips"/>
    <dgm:cxn modelId="{FD85B175-15B5-4648-90F8-0B2D8BB74387}" srcId="{5C866D2C-827E-4B7B-B206-6C17643B3F3E}" destId="{0E06FFF0-C1B4-44E7-A89F-882636127E4C}" srcOrd="5" destOrd="0" parTransId="{2A970B31-5794-432D-9C4D-2E78F2B0EB5D}" sibTransId="{F8C91313-578A-4FBA-808B-B62C0565B203}"/>
    <dgm:cxn modelId="{F24CAFBA-6D26-446B-B9F2-EA609EA31ABA}" type="presOf" srcId="{CDB8D3D5-4925-43CD-B270-C328585738BD}" destId="{B1FE5DA1-39D6-4935-B927-0CA2FA782638}" srcOrd="0" destOrd="0" presId="urn:microsoft.com/office/officeart/2008/layout/PictureStrips"/>
    <dgm:cxn modelId="{6DADF108-F90E-4057-A1DE-4B90D5079353}" srcId="{5C866D2C-827E-4B7B-B206-6C17643B3F3E}" destId="{43951487-97A5-4AB8-B127-0117059A80B7}" srcOrd="2" destOrd="0" parTransId="{27F4B166-82B9-4581-941F-3F5C0074EBC2}" sibTransId="{C4360093-A413-47DC-90CD-84BA2E3E27AB}"/>
    <dgm:cxn modelId="{63B154A4-3415-475A-B8A8-7132E366EB10}" type="presOf" srcId="{378E3DEB-66B4-4348-9EDC-383EB5DCFE3F}" destId="{AC5719BF-42EB-4FBC-89EA-1A3442801FB0}" srcOrd="0" destOrd="0" presId="urn:microsoft.com/office/officeart/2008/layout/PictureStrips"/>
    <dgm:cxn modelId="{5CAC42D8-295E-47FA-A924-A429F4742550}" srcId="{5C866D2C-827E-4B7B-B206-6C17643B3F3E}" destId="{C8E56528-7D17-416C-9421-5AB78BF27D16}" srcOrd="17" destOrd="0" parTransId="{C90F75DE-0B39-4097-ADD0-C750E0ED224A}" sibTransId="{78945928-2DC7-4933-B319-B7E0B3B1BA1A}"/>
    <dgm:cxn modelId="{DA6469A0-C23C-439F-A33A-B78C3F640A96}" type="presOf" srcId="{10C4A351-4E42-4490-8B93-C7E192EF5359}" destId="{A62BC74B-4DD5-4CDF-B953-17FDF86672F6}" srcOrd="0" destOrd="0" presId="urn:microsoft.com/office/officeart/2008/layout/PictureStrips"/>
    <dgm:cxn modelId="{09BF0FAC-BB0D-43C5-999A-FD9F8F84A689}" srcId="{5C866D2C-827E-4B7B-B206-6C17643B3F3E}" destId="{378E3DEB-66B4-4348-9EDC-383EB5DCFE3F}" srcOrd="10" destOrd="0" parTransId="{AD82A04F-0A3C-4E39-9A7A-7C0778509A94}" sibTransId="{509B06DA-2001-42A2-B5F1-1CE6229F5368}"/>
    <dgm:cxn modelId="{5970C4A3-73A4-41C3-A4F8-1EB1C6174DF5}" srcId="{5C866D2C-827E-4B7B-B206-6C17643B3F3E}" destId="{CDB8D3D5-4925-43CD-B270-C328585738BD}" srcOrd="1" destOrd="0" parTransId="{C1577E48-131F-45E9-B482-E4488F59D6D7}" sibTransId="{39F4264E-DB36-4248-B2C1-4079307EE6FE}"/>
    <dgm:cxn modelId="{8BC49514-899F-4703-BE46-53EB2D47DC64}" srcId="{5C866D2C-827E-4B7B-B206-6C17643B3F3E}" destId="{2B21C46C-9153-495B-B322-620ADB00BF61}" srcOrd="15" destOrd="0" parTransId="{62A5ACBD-5F78-4E4F-A10D-3D2296C4DA83}" sibTransId="{054AE83A-AC21-48A4-9525-72FE30BFEB7C}"/>
    <dgm:cxn modelId="{1E1882BC-1351-46AE-AD19-4235916B6076}" srcId="{5C866D2C-827E-4B7B-B206-6C17643B3F3E}" destId="{10C4A351-4E42-4490-8B93-C7E192EF5359}" srcOrd="11" destOrd="0" parTransId="{65879B69-7F78-4C71-9458-F871E0DA11A8}" sibTransId="{74ECAA6E-7BED-482A-AB46-A6C8857792AE}"/>
    <dgm:cxn modelId="{C44CC9CC-04E6-4819-BE32-34AF66CCB3F6}" srcId="{5C866D2C-827E-4B7B-B206-6C17643B3F3E}" destId="{292A0C2C-9A2C-4B1B-9811-DAD8D865B6F5}" srcOrd="7" destOrd="0" parTransId="{A268E67B-35CC-4A9F-ABB5-BE75301638DC}" sibTransId="{A5953F77-450F-44D0-A492-2FA742CDE236}"/>
    <dgm:cxn modelId="{00611F84-144C-4538-93AC-765DFA15AAF9}" type="presOf" srcId="{2B21C46C-9153-495B-B322-620ADB00BF61}" destId="{CBA37222-6B95-4418-8AD4-CF078BF24140}" srcOrd="0" destOrd="0" presId="urn:microsoft.com/office/officeart/2008/layout/PictureStrips"/>
    <dgm:cxn modelId="{DA64BF48-1B17-487D-882D-C50B4F92649F}" type="presOf" srcId="{C8E56528-7D17-416C-9421-5AB78BF27D16}" destId="{F5A6F0C9-B9BA-41BD-A380-461DF046F38B}" srcOrd="0" destOrd="0" presId="urn:microsoft.com/office/officeart/2008/layout/PictureStrips"/>
    <dgm:cxn modelId="{F65FDCE0-F8B7-4E02-8FB7-E9FBAFB22ACA}" srcId="{5C866D2C-827E-4B7B-B206-6C17643B3F3E}" destId="{8FE26215-22CE-463B-830C-E9E8BB5A1051}" srcOrd="16" destOrd="0" parTransId="{694591AD-70D3-4A01-9083-87203E5B62B4}" sibTransId="{54F78CBE-A772-44E0-80D6-E17424409298}"/>
    <dgm:cxn modelId="{757AC2FB-5D25-4220-807D-0C975C3B7E33}" type="presOf" srcId="{292A0C2C-9A2C-4B1B-9811-DAD8D865B6F5}" destId="{7C32CE82-55B9-4519-BA93-E3F676B78AFB}" srcOrd="0" destOrd="0" presId="urn:microsoft.com/office/officeart/2008/layout/PictureStrips"/>
    <dgm:cxn modelId="{C3A5751A-19B3-460A-8237-C53E524E60FD}" type="presOf" srcId="{7EE6785C-0723-47A0-AEA1-690EE1F7CABF}" destId="{867B67BC-78A2-4E2F-85DA-56A1DCAEC41B}" srcOrd="0" destOrd="0" presId="urn:microsoft.com/office/officeart/2008/layout/PictureStrips"/>
    <dgm:cxn modelId="{819C1032-AAEE-4DA7-8B54-227490A0627E}" srcId="{5C866D2C-827E-4B7B-B206-6C17643B3F3E}" destId="{AF7ADBDC-69D7-4823-A53C-F452AA400A05}" srcOrd="12" destOrd="0" parTransId="{B5B05527-3861-42CB-9F8C-6B3112F70724}" sibTransId="{343B6FF7-91EE-40CB-9C0A-6B3B048E2D81}"/>
    <dgm:cxn modelId="{FDA22B0C-A1AC-437B-ABC3-F74EF2F01D9E}" type="presParOf" srcId="{6A41058D-4677-4FD8-BECB-9296484661B5}" destId="{4EF72D1E-144D-4CAC-8564-1B3AE3D92AF7}" srcOrd="0" destOrd="0" presId="urn:microsoft.com/office/officeart/2008/layout/PictureStrips"/>
    <dgm:cxn modelId="{7645BFCB-5D61-4707-81DE-EBD923F039D6}" type="presParOf" srcId="{4EF72D1E-144D-4CAC-8564-1B3AE3D92AF7}" destId="{867B67BC-78A2-4E2F-85DA-56A1DCAEC41B}" srcOrd="0" destOrd="0" presId="urn:microsoft.com/office/officeart/2008/layout/PictureStrips"/>
    <dgm:cxn modelId="{30E7E741-690E-46C8-BEBC-1315C2B6556F}" type="presParOf" srcId="{4EF72D1E-144D-4CAC-8564-1B3AE3D92AF7}" destId="{1F167970-C582-47CA-ADAD-835B499839E3}" srcOrd="1" destOrd="0" presId="urn:microsoft.com/office/officeart/2008/layout/PictureStrips"/>
    <dgm:cxn modelId="{C3EB1ED7-51A1-4B68-B9C5-BD488B89493D}" type="presParOf" srcId="{6A41058D-4677-4FD8-BECB-9296484661B5}" destId="{20D75ED5-3345-467A-A8AC-1D45BFEE91A8}" srcOrd="1" destOrd="0" presId="urn:microsoft.com/office/officeart/2008/layout/PictureStrips"/>
    <dgm:cxn modelId="{D9BECD21-F3E5-40BD-925F-BA6E9D6AAE12}" type="presParOf" srcId="{6A41058D-4677-4FD8-BECB-9296484661B5}" destId="{37E4DB7B-F18A-47F4-B9D0-197A633E750B}" srcOrd="2" destOrd="0" presId="urn:microsoft.com/office/officeart/2008/layout/PictureStrips"/>
    <dgm:cxn modelId="{7C58DEFD-A523-497C-A802-AE0859AD06D0}" type="presParOf" srcId="{37E4DB7B-F18A-47F4-B9D0-197A633E750B}" destId="{B1FE5DA1-39D6-4935-B927-0CA2FA782638}" srcOrd="0" destOrd="0" presId="urn:microsoft.com/office/officeart/2008/layout/PictureStrips"/>
    <dgm:cxn modelId="{088A4C72-3759-444F-9708-E64436C385D9}" type="presParOf" srcId="{37E4DB7B-F18A-47F4-B9D0-197A633E750B}" destId="{6285C44F-89D1-4AD6-B0BC-45736F66E4D7}" srcOrd="1" destOrd="0" presId="urn:microsoft.com/office/officeart/2008/layout/PictureStrips"/>
    <dgm:cxn modelId="{C7DB090A-4880-4AF2-B7B0-D748CAEF5A06}" type="presParOf" srcId="{6A41058D-4677-4FD8-BECB-9296484661B5}" destId="{4F1C25B9-7214-4F24-9009-18A663A7BD21}" srcOrd="3" destOrd="0" presId="urn:microsoft.com/office/officeart/2008/layout/PictureStrips"/>
    <dgm:cxn modelId="{B80D2790-AFF0-41CC-A7B7-7E0E075A2B1E}" type="presParOf" srcId="{6A41058D-4677-4FD8-BECB-9296484661B5}" destId="{83A943C7-D25F-4B5F-AF1D-0EE96D15E0A6}" srcOrd="4" destOrd="0" presId="urn:microsoft.com/office/officeart/2008/layout/PictureStrips"/>
    <dgm:cxn modelId="{A52B9E96-45D6-4540-8CB6-4C18D5F94A29}" type="presParOf" srcId="{83A943C7-D25F-4B5F-AF1D-0EE96D15E0A6}" destId="{01377FEA-2245-4968-89FA-BEDAF991CDCC}" srcOrd="0" destOrd="0" presId="urn:microsoft.com/office/officeart/2008/layout/PictureStrips"/>
    <dgm:cxn modelId="{9BC2C61E-A1C3-47C1-AA17-89912F85E81A}" type="presParOf" srcId="{83A943C7-D25F-4B5F-AF1D-0EE96D15E0A6}" destId="{278D66A4-CEB4-4A19-A526-B396B0C1574E}" srcOrd="1" destOrd="0" presId="urn:microsoft.com/office/officeart/2008/layout/PictureStrips"/>
    <dgm:cxn modelId="{DEE80A19-6B3C-4ED1-8585-2EB420EDB848}" type="presParOf" srcId="{6A41058D-4677-4FD8-BECB-9296484661B5}" destId="{3F1E6D71-C35D-493C-922E-47043C44AB68}" srcOrd="5" destOrd="0" presId="urn:microsoft.com/office/officeart/2008/layout/PictureStrips"/>
    <dgm:cxn modelId="{B7AC6E6B-D501-4606-9307-4A46F8F9AE1B}" type="presParOf" srcId="{6A41058D-4677-4FD8-BECB-9296484661B5}" destId="{1B8B5D4B-F10C-4B0F-AF94-40C75766832D}" srcOrd="6" destOrd="0" presId="urn:microsoft.com/office/officeart/2008/layout/PictureStrips"/>
    <dgm:cxn modelId="{FE95095A-4476-4F4A-AC4E-1383FDEB199E}" type="presParOf" srcId="{1B8B5D4B-F10C-4B0F-AF94-40C75766832D}" destId="{B2DDAEE2-94FF-4D5E-8EA0-BB053C3663C0}" srcOrd="0" destOrd="0" presId="urn:microsoft.com/office/officeart/2008/layout/PictureStrips"/>
    <dgm:cxn modelId="{5080E772-CD07-4E01-9EA7-6C9C3627F5B2}" type="presParOf" srcId="{1B8B5D4B-F10C-4B0F-AF94-40C75766832D}" destId="{C9A875AC-4CAB-4745-97EB-6E1762ABEB49}" srcOrd="1" destOrd="0" presId="urn:microsoft.com/office/officeart/2008/layout/PictureStrips"/>
    <dgm:cxn modelId="{8EC4DEC6-CBCD-4F10-8759-53F0AC83334E}" type="presParOf" srcId="{6A41058D-4677-4FD8-BECB-9296484661B5}" destId="{5042BBB1-2AE5-454E-891F-C71DF354C9C6}" srcOrd="7" destOrd="0" presId="urn:microsoft.com/office/officeart/2008/layout/PictureStrips"/>
    <dgm:cxn modelId="{0159BA97-5A79-4914-9814-98CEB0F0A6FE}" type="presParOf" srcId="{6A41058D-4677-4FD8-BECB-9296484661B5}" destId="{3445D76E-4CB6-4E1E-A379-5889902B3E38}" srcOrd="8" destOrd="0" presId="urn:microsoft.com/office/officeart/2008/layout/PictureStrips"/>
    <dgm:cxn modelId="{AE3BB2A6-B155-45CA-B0B5-C16B40AEE98E}" type="presParOf" srcId="{3445D76E-4CB6-4E1E-A379-5889902B3E38}" destId="{1BA6A0B0-386A-4B89-A43C-B6C4346AFFE0}" srcOrd="0" destOrd="0" presId="urn:microsoft.com/office/officeart/2008/layout/PictureStrips"/>
    <dgm:cxn modelId="{E617F79E-8765-4406-9FE5-A4DBADC5C217}" type="presParOf" srcId="{3445D76E-4CB6-4E1E-A379-5889902B3E38}" destId="{41299D0F-16C0-466F-9FBB-79B182756133}" srcOrd="1" destOrd="0" presId="urn:microsoft.com/office/officeart/2008/layout/PictureStrips"/>
    <dgm:cxn modelId="{67E8F227-E7AA-40C6-A7AF-0DEE1FA75741}" type="presParOf" srcId="{6A41058D-4677-4FD8-BECB-9296484661B5}" destId="{5A382E1C-B2D4-48A5-8E01-EFFF97696EC4}" srcOrd="9" destOrd="0" presId="urn:microsoft.com/office/officeart/2008/layout/PictureStrips"/>
    <dgm:cxn modelId="{B9D18750-D5F9-4F44-94DC-737CDB0BAAF4}" type="presParOf" srcId="{6A41058D-4677-4FD8-BECB-9296484661B5}" destId="{C7FC5DFA-767F-4070-9161-B537D1691955}" srcOrd="10" destOrd="0" presId="urn:microsoft.com/office/officeart/2008/layout/PictureStrips"/>
    <dgm:cxn modelId="{D5F4B617-207D-435A-BF17-433E012AD701}" type="presParOf" srcId="{C7FC5DFA-767F-4070-9161-B537D1691955}" destId="{9D12DA29-BB42-4449-8268-C945B2BE961A}" srcOrd="0" destOrd="0" presId="urn:microsoft.com/office/officeart/2008/layout/PictureStrips"/>
    <dgm:cxn modelId="{836342E0-637B-4535-A8E3-5229C6E055F3}" type="presParOf" srcId="{C7FC5DFA-767F-4070-9161-B537D1691955}" destId="{C7F0CDBE-7508-46F7-A442-211BCF76241E}" srcOrd="1" destOrd="0" presId="urn:microsoft.com/office/officeart/2008/layout/PictureStrips"/>
    <dgm:cxn modelId="{11310CE5-3AE2-4C6B-9E6E-13E7C2362039}" type="presParOf" srcId="{6A41058D-4677-4FD8-BECB-9296484661B5}" destId="{96D2CA92-2889-4950-9615-45D33C2D9D42}" srcOrd="11" destOrd="0" presId="urn:microsoft.com/office/officeart/2008/layout/PictureStrips"/>
    <dgm:cxn modelId="{95699DD5-DDF5-465B-B010-677952F2C733}" type="presParOf" srcId="{6A41058D-4677-4FD8-BECB-9296484661B5}" destId="{A2E50B84-874A-405D-834A-F88E568F3B9F}" srcOrd="12" destOrd="0" presId="urn:microsoft.com/office/officeart/2008/layout/PictureStrips"/>
    <dgm:cxn modelId="{3320BC5E-EE3F-42C0-8121-276814C21EE2}" type="presParOf" srcId="{A2E50B84-874A-405D-834A-F88E568F3B9F}" destId="{09F38A16-2BDC-4E56-8EF2-E7D5D2448413}" srcOrd="0" destOrd="0" presId="urn:microsoft.com/office/officeart/2008/layout/PictureStrips"/>
    <dgm:cxn modelId="{4491D717-6EFC-47EF-BAC8-1FDA808CD0CE}" type="presParOf" srcId="{A2E50B84-874A-405D-834A-F88E568F3B9F}" destId="{7F6C3B69-AE4D-4671-B4CC-F8CD8685C51B}" srcOrd="1" destOrd="0" presId="urn:microsoft.com/office/officeart/2008/layout/PictureStrips"/>
    <dgm:cxn modelId="{8CEC93CA-6589-4453-95B0-7119FC1D5552}" type="presParOf" srcId="{6A41058D-4677-4FD8-BECB-9296484661B5}" destId="{A2E63C8B-AB2F-4771-AAD5-AA8B159CE6F8}" srcOrd="13" destOrd="0" presId="urn:microsoft.com/office/officeart/2008/layout/PictureStrips"/>
    <dgm:cxn modelId="{AF23E39E-07B9-420D-9051-B261B90A3BE3}" type="presParOf" srcId="{6A41058D-4677-4FD8-BECB-9296484661B5}" destId="{307A4233-2EBA-4947-A003-23AA8A87A452}" srcOrd="14" destOrd="0" presId="urn:microsoft.com/office/officeart/2008/layout/PictureStrips"/>
    <dgm:cxn modelId="{72BF6D90-9BF0-46BF-AD95-92C7E878726C}" type="presParOf" srcId="{307A4233-2EBA-4947-A003-23AA8A87A452}" destId="{7C32CE82-55B9-4519-BA93-E3F676B78AFB}" srcOrd="0" destOrd="0" presId="urn:microsoft.com/office/officeart/2008/layout/PictureStrips"/>
    <dgm:cxn modelId="{34928447-778E-42C0-98DA-40BF002FD775}" type="presParOf" srcId="{307A4233-2EBA-4947-A003-23AA8A87A452}" destId="{C7518A2E-EE1D-4D97-8C0D-B6A952978378}" srcOrd="1" destOrd="0" presId="urn:microsoft.com/office/officeart/2008/layout/PictureStrips"/>
    <dgm:cxn modelId="{37DB764B-66CC-4573-B3EA-F638DBFA63A1}" type="presParOf" srcId="{6A41058D-4677-4FD8-BECB-9296484661B5}" destId="{819D63EB-8163-4D95-8F7A-2F70B56F8F27}" srcOrd="15" destOrd="0" presId="urn:microsoft.com/office/officeart/2008/layout/PictureStrips"/>
    <dgm:cxn modelId="{B0CDEB3F-3095-4CE6-BADC-DFC7C95E97DB}" type="presParOf" srcId="{6A41058D-4677-4FD8-BECB-9296484661B5}" destId="{2582314C-F589-4753-A3B0-BFF8DAD8C83B}" srcOrd="16" destOrd="0" presId="urn:microsoft.com/office/officeart/2008/layout/PictureStrips"/>
    <dgm:cxn modelId="{75FC1C49-5E47-49F0-A1FB-197F7FB23B00}" type="presParOf" srcId="{2582314C-F589-4753-A3B0-BFF8DAD8C83B}" destId="{E6EE73FD-A6B2-467F-BC10-5ADD053668EB}" srcOrd="0" destOrd="0" presId="urn:microsoft.com/office/officeart/2008/layout/PictureStrips"/>
    <dgm:cxn modelId="{B1A14E24-66D9-401E-B20F-2142B56FDCB9}" type="presParOf" srcId="{2582314C-F589-4753-A3B0-BFF8DAD8C83B}" destId="{7F56E432-4119-4160-8C80-5D44715C651D}" srcOrd="1" destOrd="0" presId="urn:microsoft.com/office/officeart/2008/layout/PictureStrips"/>
    <dgm:cxn modelId="{022B0564-E64F-4103-A9AE-0E7375955AA8}" type="presParOf" srcId="{6A41058D-4677-4FD8-BECB-9296484661B5}" destId="{B0297C42-B4D5-4A87-A7D8-16AC3FA56DF7}" srcOrd="17" destOrd="0" presId="urn:microsoft.com/office/officeart/2008/layout/PictureStrips"/>
    <dgm:cxn modelId="{13B0065F-C16B-4888-B988-C2E973725BD7}" type="presParOf" srcId="{6A41058D-4677-4FD8-BECB-9296484661B5}" destId="{E09E9986-4C60-40EC-AD22-6972831875A5}" srcOrd="18" destOrd="0" presId="urn:microsoft.com/office/officeart/2008/layout/PictureStrips"/>
    <dgm:cxn modelId="{7A2FDB9E-0FFB-4A53-94D0-17EDB5FF1125}" type="presParOf" srcId="{E09E9986-4C60-40EC-AD22-6972831875A5}" destId="{A244D6E1-200A-4FDD-BCAD-38638EAFFCF5}" srcOrd="0" destOrd="0" presId="urn:microsoft.com/office/officeart/2008/layout/PictureStrips"/>
    <dgm:cxn modelId="{F7CBFBBF-4422-404E-B095-B7D16E0F9706}" type="presParOf" srcId="{E09E9986-4C60-40EC-AD22-6972831875A5}" destId="{B04F70FE-FC7A-40F3-BF48-54FE80DEDDB7}" srcOrd="1" destOrd="0" presId="urn:microsoft.com/office/officeart/2008/layout/PictureStrips"/>
    <dgm:cxn modelId="{3ABF47D7-84EC-4DD5-9DDD-F9D6767655B8}" type="presParOf" srcId="{6A41058D-4677-4FD8-BECB-9296484661B5}" destId="{BDEC8907-6961-42F2-A5E9-827A0F5E12CB}" srcOrd="19" destOrd="0" presId="urn:microsoft.com/office/officeart/2008/layout/PictureStrips"/>
    <dgm:cxn modelId="{B9253787-EC46-4EC4-BBDC-60E4F86FC491}" type="presParOf" srcId="{6A41058D-4677-4FD8-BECB-9296484661B5}" destId="{66824892-E39D-4A31-8C3F-F621B6A77984}" srcOrd="20" destOrd="0" presId="urn:microsoft.com/office/officeart/2008/layout/PictureStrips"/>
    <dgm:cxn modelId="{5C87976D-03C9-48A7-84BC-CA13A29F23FE}" type="presParOf" srcId="{66824892-E39D-4A31-8C3F-F621B6A77984}" destId="{AC5719BF-42EB-4FBC-89EA-1A3442801FB0}" srcOrd="0" destOrd="0" presId="urn:microsoft.com/office/officeart/2008/layout/PictureStrips"/>
    <dgm:cxn modelId="{3E6F4FD0-39E6-4AC7-B915-2FD20920E2F8}" type="presParOf" srcId="{66824892-E39D-4A31-8C3F-F621B6A77984}" destId="{9642007B-A032-439A-81F3-E84BDA4EDD6A}" srcOrd="1" destOrd="0" presId="urn:microsoft.com/office/officeart/2008/layout/PictureStrips"/>
    <dgm:cxn modelId="{99BCB691-B491-4C6E-AD3E-25636FB560E6}" type="presParOf" srcId="{6A41058D-4677-4FD8-BECB-9296484661B5}" destId="{E325F43F-7DA4-4C8B-B1CC-3D25117BE44D}" srcOrd="21" destOrd="0" presId="urn:microsoft.com/office/officeart/2008/layout/PictureStrips"/>
    <dgm:cxn modelId="{B3E3032B-324F-4833-844A-8229648F7F8A}" type="presParOf" srcId="{6A41058D-4677-4FD8-BECB-9296484661B5}" destId="{CAB130E2-7C8F-4228-AA17-BB04E3D702A4}" srcOrd="22" destOrd="0" presId="urn:microsoft.com/office/officeart/2008/layout/PictureStrips"/>
    <dgm:cxn modelId="{77F28A99-13B3-4CF0-AB38-B7BE1F8D719E}" type="presParOf" srcId="{CAB130E2-7C8F-4228-AA17-BB04E3D702A4}" destId="{A62BC74B-4DD5-4CDF-B953-17FDF86672F6}" srcOrd="0" destOrd="0" presId="urn:microsoft.com/office/officeart/2008/layout/PictureStrips"/>
    <dgm:cxn modelId="{8637B7CC-FAB2-486F-ABF3-E69E83092BEC}" type="presParOf" srcId="{CAB130E2-7C8F-4228-AA17-BB04E3D702A4}" destId="{9120231E-3648-4A2E-8DFC-EF7127F16A86}" srcOrd="1" destOrd="0" presId="urn:microsoft.com/office/officeart/2008/layout/PictureStrips"/>
    <dgm:cxn modelId="{0277FC8D-358E-4181-A4E3-A94F76F81BB5}" type="presParOf" srcId="{6A41058D-4677-4FD8-BECB-9296484661B5}" destId="{B8C6F580-A2EF-4911-8CAF-3AE9CA6DFF42}" srcOrd="23" destOrd="0" presId="urn:microsoft.com/office/officeart/2008/layout/PictureStrips"/>
    <dgm:cxn modelId="{6BA11BAF-6B9A-4856-93FE-9A7C3B702B17}" type="presParOf" srcId="{6A41058D-4677-4FD8-BECB-9296484661B5}" destId="{0BBA823D-3718-4CFC-BB79-03F8C1C57679}" srcOrd="24" destOrd="0" presId="urn:microsoft.com/office/officeart/2008/layout/PictureStrips"/>
    <dgm:cxn modelId="{87FD66FC-2B63-4C51-879C-2FB9C877AE79}" type="presParOf" srcId="{0BBA823D-3718-4CFC-BB79-03F8C1C57679}" destId="{8C47983D-D7C4-49AD-B13B-92996BA049F6}" srcOrd="0" destOrd="0" presId="urn:microsoft.com/office/officeart/2008/layout/PictureStrips"/>
    <dgm:cxn modelId="{A8E9C79E-4798-4CCA-BDAB-B4CC7788EC59}" type="presParOf" srcId="{0BBA823D-3718-4CFC-BB79-03F8C1C57679}" destId="{F28E7015-6350-4449-AD0C-832B6A98BE1F}" srcOrd="1" destOrd="0" presId="urn:microsoft.com/office/officeart/2008/layout/PictureStrips"/>
    <dgm:cxn modelId="{AF042A16-1FA9-4D94-80F2-7780A33708F1}" type="presParOf" srcId="{6A41058D-4677-4FD8-BECB-9296484661B5}" destId="{878954A0-ACFE-4F3C-8EC9-91E118754837}" srcOrd="25" destOrd="0" presId="urn:microsoft.com/office/officeart/2008/layout/PictureStrips"/>
    <dgm:cxn modelId="{67189865-7AE0-41E9-9623-E5C6360C270B}" type="presParOf" srcId="{6A41058D-4677-4FD8-BECB-9296484661B5}" destId="{E53499BF-C673-4E1E-A3F9-A9439EBAB6B6}" srcOrd="26" destOrd="0" presId="urn:microsoft.com/office/officeart/2008/layout/PictureStrips"/>
    <dgm:cxn modelId="{626E814D-90AA-4CC8-866E-F97DA7294D22}" type="presParOf" srcId="{E53499BF-C673-4E1E-A3F9-A9439EBAB6B6}" destId="{1180CDEB-ED94-46D8-AF46-B74E45947D25}" srcOrd="0" destOrd="0" presId="urn:microsoft.com/office/officeart/2008/layout/PictureStrips"/>
    <dgm:cxn modelId="{BEA0798F-D856-4737-9DCE-92B41A9B0EC3}" type="presParOf" srcId="{E53499BF-C673-4E1E-A3F9-A9439EBAB6B6}" destId="{7F9B2935-420B-4C4C-BB32-F8DA40FB0D8C}" srcOrd="1" destOrd="0" presId="urn:microsoft.com/office/officeart/2008/layout/PictureStrips"/>
    <dgm:cxn modelId="{803D7DE6-C0EA-45E2-B806-71A804DDC7AD}" type="presParOf" srcId="{6A41058D-4677-4FD8-BECB-9296484661B5}" destId="{1215D740-EDB2-4DF0-B17F-A440AFDEEE3A}" srcOrd="27" destOrd="0" presId="urn:microsoft.com/office/officeart/2008/layout/PictureStrips"/>
    <dgm:cxn modelId="{F3FBC8ED-5827-4202-99CC-D7BE4AED884F}" type="presParOf" srcId="{6A41058D-4677-4FD8-BECB-9296484661B5}" destId="{9DE8A15B-DC60-4AC0-A295-0EA40D08627C}" srcOrd="28" destOrd="0" presId="urn:microsoft.com/office/officeart/2008/layout/PictureStrips"/>
    <dgm:cxn modelId="{CC3A4705-76AE-44B6-A7C4-00FCC3D0F0F0}" type="presParOf" srcId="{9DE8A15B-DC60-4AC0-A295-0EA40D08627C}" destId="{B2C111D0-59C1-44FB-ABFA-B583E6456170}" srcOrd="0" destOrd="0" presId="urn:microsoft.com/office/officeart/2008/layout/PictureStrips"/>
    <dgm:cxn modelId="{23DFDB2C-9C3D-497A-AE48-FC3766AA69D2}" type="presParOf" srcId="{9DE8A15B-DC60-4AC0-A295-0EA40D08627C}" destId="{55B45805-118A-427A-B25C-7CC076D2705A}" srcOrd="1" destOrd="0" presId="urn:microsoft.com/office/officeart/2008/layout/PictureStrips"/>
    <dgm:cxn modelId="{18597779-36C8-480C-8A21-DDB8E3C10E70}" type="presParOf" srcId="{6A41058D-4677-4FD8-BECB-9296484661B5}" destId="{CE5CAE2D-136E-4486-A9F9-BBCAF22258AC}" srcOrd="29" destOrd="0" presId="urn:microsoft.com/office/officeart/2008/layout/PictureStrips"/>
    <dgm:cxn modelId="{68DB5479-8A90-497E-BA02-66CC8D88070A}" type="presParOf" srcId="{6A41058D-4677-4FD8-BECB-9296484661B5}" destId="{AABD02DB-84ED-44B1-B916-B67B5E2DA9E2}" srcOrd="30" destOrd="0" presId="urn:microsoft.com/office/officeart/2008/layout/PictureStrips"/>
    <dgm:cxn modelId="{05C58CA1-4C93-4127-9AB8-39F8D8446F8C}" type="presParOf" srcId="{AABD02DB-84ED-44B1-B916-B67B5E2DA9E2}" destId="{CBA37222-6B95-4418-8AD4-CF078BF24140}" srcOrd="0" destOrd="0" presId="urn:microsoft.com/office/officeart/2008/layout/PictureStrips"/>
    <dgm:cxn modelId="{3AEDD7BF-9C08-436F-89C2-F937513DF11F}" type="presParOf" srcId="{AABD02DB-84ED-44B1-B916-B67B5E2DA9E2}" destId="{9189CFCE-8A42-461D-9000-9DE5E84FDCD2}" srcOrd="1" destOrd="0" presId="urn:microsoft.com/office/officeart/2008/layout/PictureStrips"/>
    <dgm:cxn modelId="{4AF12113-5F10-4D3E-AC64-81954B438C85}" type="presParOf" srcId="{6A41058D-4677-4FD8-BECB-9296484661B5}" destId="{B57F36D5-915F-45BC-9ACD-877D35C7AB35}" srcOrd="31" destOrd="0" presId="urn:microsoft.com/office/officeart/2008/layout/PictureStrips"/>
    <dgm:cxn modelId="{65E111CD-7F41-4090-B8B8-BF9EAD6D9213}" type="presParOf" srcId="{6A41058D-4677-4FD8-BECB-9296484661B5}" destId="{D8794B24-C963-48C9-9EEB-A570CAABE4E5}" srcOrd="32" destOrd="0" presId="urn:microsoft.com/office/officeart/2008/layout/PictureStrips"/>
    <dgm:cxn modelId="{BF5E0B56-7D80-4C3B-966E-7F2488071B07}" type="presParOf" srcId="{D8794B24-C963-48C9-9EEB-A570CAABE4E5}" destId="{18AE440D-E263-4596-9CAD-83635669DC14}" srcOrd="0" destOrd="0" presId="urn:microsoft.com/office/officeart/2008/layout/PictureStrips"/>
    <dgm:cxn modelId="{F48F1640-C1B9-496D-BCFB-D5F9509CF5C7}" type="presParOf" srcId="{D8794B24-C963-48C9-9EEB-A570CAABE4E5}" destId="{CA48CE3D-2D30-4F7D-8E11-4E893DB1123C}" srcOrd="1" destOrd="0" presId="urn:microsoft.com/office/officeart/2008/layout/PictureStrips"/>
    <dgm:cxn modelId="{2EA0ABB9-8E85-4DC8-AF8B-ED3013D20B55}" type="presParOf" srcId="{6A41058D-4677-4FD8-BECB-9296484661B5}" destId="{739CE385-02BC-44BB-81A4-65720C7DFFBC}" srcOrd="33" destOrd="0" presId="urn:microsoft.com/office/officeart/2008/layout/PictureStrips"/>
    <dgm:cxn modelId="{AA608375-96D2-4E1A-A02B-F40F2BF19C12}" type="presParOf" srcId="{6A41058D-4677-4FD8-BECB-9296484661B5}" destId="{62236261-0294-4800-9870-158F655EEF13}" srcOrd="34" destOrd="0" presId="urn:microsoft.com/office/officeart/2008/layout/PictureStrips"/>
    <dgm:cxn modelId="{39A88E3F-96F3-4C2B-B688-9BF6FDB0074D}" type="presParOf" srcId="{62236261-0294-4800-9870-158F655EEF13}" destId="{F5A6F0C9-B9BA-41BD-A380-461DF046F38B}" srcOrd="0" destOrd="0" presId="urn:microsoft.com/office/officeart/2008/layout/PictureStrips"/>
    <dgm:cxn modelId="{B4C32140-2FD4-4280-AC83-20DF33246FC8}" type="presParOf" srcId="{62236261-0294-4800-9870-158F655EEF13}" destId="{330E654C-1C99-4AFF-9342-2169B82CB042}" srcOrd="1" destOrd="0" presId="urn:microsoft.com/office/officeart/2008/layout/PictureStrips"/>
    <dgm:cxn modelId="{D7AB7071-9F42-42FA-A2D1-2E29FD4DC439}" type="presParOf" srcId="{6A41058D-4677-4FD8-BECB-9296484661B5}" destId="{C908B8E9-EC14-4EDD-85DA-F9196D9B8115}" srcOrd="35" destOrd="0" presId="urn:microsoft.com/office/officeart/2008/layout/PictureStrips"/>
    <dgm:cxn modelId="{2C32409F-A49F-48D2-A198-81473111F01A}" type="presParOf" srcId="{6A41058D-4677-4FD8-BECB-9296484661B5}" destId="{91A9EB54-3D23-4479-969F-D2FCC1C2BFF0}" srcOrd="36" destOrd="0" presId="urn:microsoft.com/office/officeart/2008/layout/PictureStrips"/>
    <dgm:cxn modelId="{7C4C1FFE-2475-4DDF-8E29-70CC537F54B2}" type="presParOf" srcId="{91A9EB54-3D23-4479-969F-D2FCC1C2BFF0}" destId="{3381E4F2-0E04-4248-88DB-C9B302669047}" srcOrd="0" destOrd="0" presId="urn:microsoft.com/office/officeart/2008/layout/PictureStrips"/>
    <dgm:cxn modelId="{76EE0F8F-7A6F-4EB5-ABF3-A026060074BB}" type="presParOf" srcId="{91A9EB54-3D23-4479-969F-D2FCC1C2BFF0}" destId="{089BE988-9B8B-4559-AE40-39A1D8CA8EFF}" srcOrd="1" destOrd="0" presId="urn:microsoft.com/office/officeart/2008/layout/PictureStrips"/>
  </dgm:cxnLst>
  <dgm:bg>
    <a:solidFill>
      <a:schemeClr val="tx1">
        <a:alpha val="70000"/>
      </a:schemeClr>
    </a:solidFill>
  </dgm:bg>
  <dgm:whole>
    <a:ln w="19050">
      <a:solidFill>
        <a:schemeClr val="bg1"/>
      </a:solidFill>
      <a:prstDash val="solid"/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866D2C-827E-4B7B-B206-6C17643B3F3E}" type="doc">
      <dgm:prSet loTypeId="urn:microsoft.com/office/officeart/2008/layout/PictureStrips" loCatId="pictur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D"/>
        </a:p>
      </dgm:t>
    </dgm:pt>
    <dgm:pt modelId="{7EE6785C-0723-47A0-AEA1-690EE1F7CABF}">
      <dgm:prSet phldrT="[Text]"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ADI ARDIANSYAH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CCFAF7AF-DD8E-4770-9E83-979E971562B9}" type="par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1A70C40-95EA-4978-AAFE-ABB18B6913C1}" type="sib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5DF1FFF8-F753-4006-87D3-77D1A9160F6B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AHMAD YUSRON HALIM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68CF2076-C82C-4388-A80C-C73C091AE810}" type="parTrans" cxnId="{3A8C3663-6477-48AD-AC0E-FC740C70EBC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09DD4E4-349B-44D6-8E4C-A85CEF42A35F}" type="sibTrans" cxnId="{3A8C3663-6477-48AD-AC0E-FC740C70EBC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3F9C1BD-977A-4D87-8D44-BAD5BE7A1966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ANGGUN RISKY SOBANA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379FE31A-4B4F-4D06-8907-5B653B568323}" type="parTrans" cxnId="{362DC2E5-9D44-4E02-A6E2-3135B56A880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771FF41-024F-4553-BE62-B5E5B3DA0727}" type="sibTrans" cxnId="{362DC2E5-9D44-4E02-A6E2-3135B56A880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BD775F11-6F4B-4A45-8766-844253425DEF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ASEP SURYANA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949F22A3-6581-4A82-8352-D6C239706644}" type="parTrans" cxnId="{1EAC2D7E-7EC9-48AF-AB75-E2E776F0E0F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BFF078D2-0189-4F2D-AF93-84B20BB94817}" type="sibTrans" cxnId="{1EAC2D7E-7EC9-48AF-AB75-E2E776F0E0F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0FF77F0-74CC-404B-92D8-7CDFC390D543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ASRI SOLIHATI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C38F8D78-46B0-4D9C-AC8D-E8529857D34D}" type="parTrans" cxnId="{3E6F4905-BC33-45DC-B74C-9F9E3073623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DC45BD5-C76A-4E91-BC65-5722DC728443}" type="sibTrans" cxnId="{3E6F4905-BC33-45DC-B74C-9F9E3073623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64883AB8-C4FA-4AC9-A8CA-A5A1AE3712AE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DWI YUARININGSIH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62F129EF-E7F1-4B5A-9331-D9272D21FBA2}" type="parTrans" cxnId="{AFEC92D1-B65D-4A7D-AD41-6925E1386ED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07E6B8F-CB23-4FEC-B9A4-F409DEE71B19}" type="sibTrans" cxnId="{AFEC92D1-B65D-4A7D-AD41-6925E1386ED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5F606156-A5BB-4AEF-A7D8-4D31383D6F65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Haryo Prabawan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AC0E4D5F-5A7E-4152-B063-6513CD662C88}" type="parTrans" cxnId="{88DF3B70-ED9C-43BF-9D4F-4C8A2F48F41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97FE65F-EBDE-4CBE-9378-60C97D6FF12C}" type="sibTrans" cxnId="{88DF3B70-ED9C-43BF-9D4F-4C8A2F48F41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4AE9A650-F7A8-4D73-878B-FB28D9FA7150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KOHARUDIN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9DF5B860-CEDC-4379-9071-6E499523D5EF}" type="parTrans" cxnId="{1A096C8C-DF3D-4FA8-B5A6-6EDD19EB721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F554273-9562-472C-A9FC-14B170592D01}" type="sibTrans" cxnId="{1A096C8C-DF3D-4FA8-B5A6-6EDD19EB721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4B59780-0D3B-4FC5-9F52-57D9EBEFE80B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LIA MARLIANA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5555D1B3-6485-4070-B3D7-FAA8C89A2200}" type="parTrans" cxnId="{72786CBA-7648-4B42-9082-87C7ABB70C4C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184A3F6-65DD-4EFB-8D21-3EE0BE6B4F7C}" type="sibTrans" cxnId="{72786CBA-7648-4B42-9082-87C7ABB70C4C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F90A487-952E-47FE-9FFE-E31D61494B4F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RAHMALIA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4DA71325-8F8F-463A-9274-4ABBC350A7F1}" type="parTrans" cxnId="{4871CD6D-AD4F-4760-805E-BE2E3482E51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16A32BE-D394-463B-8909-3BD4E32CAF22}" type="sibTrans" cxnId="{4871CD6D-AD4F-4760-805E-BE2E3482E51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93E4BB4-D5DC-4F0F-8D3D-B3AFE7774C1F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RIZAL MUHAMAD RIZKY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82E6B787-63D4-4296-87F8-563A9D2C789F}" type="parTrans" cxnId="{90E3FD97-1848-4ACA-8606-E79D8AF9764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B5497667-385B-4A79-8D8C-FE866CE48801}" type="sibTrans" cxnId="{90E3FD97-1848-4ACA-8606-E79D8AF9764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EF1C8C3-4127-4EA8-AE88-CECA37422F3B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RUHIYAT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AA30D8F4-3DEE-4923-BDDB-6F8AA460F75B}" type="parTrans" cxnId="{C1BD76F4-4C9D-4159-90D3-D15F3F30302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BB9E50FF-F21B-4784-A823-41A95335A5C8}" type="sibTrans" cxnId="{C1BD76F4-4C9D-4159-90D3-D15F3F30302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CB851C8-463B-4A90-A50B-B5B1BAB79996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SITI ROMLAH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7F9827A2-6063-4DDB-AB45-7C9456CE7086}" type="parTrans" cxnId="{F69F8A47-61C3-4473-8FEA-A4C73D388F0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45B73BB7-418E-4E92-8300-9267A8F93394}" type="sibTrans" cxnId="{F69F8A47-61C3-4473-8FEA-A4C73D388F0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EAF8548-5D47-4C81-85B8-D265EF8D2BA0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SRI UTAMI RAKHMAWATI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1BD9F23D-8673-45CD-809E-51A1B83BB936}" type="parTrans" cxnId="{690BEC86-D75F-4613-BB97-156EB694E08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97A6406-53FB-4A91-AD57-B6A168E3C7B5}" type="sibTrans" cxnId="{690BEC86-D75F-4613-BB97-156EB694E08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C215C8D-BEBF-4706-B873-85410605582B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TOMI TRISETYO NUGROHO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6E734DA5-9606-4779-B856-4AE2473F81A1}" type="parTrans" cxnId="{C9AEFCE0-FC53-4CAC-8D27-46FF5DC3227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F4530FA-8008-4E42-AB88-10D1919D343D}" type="sibTrans" cxnId="{C9AEFCE0-FC53-4CAC-8D27-46FF5DC3227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C84D485-FC93-4EDF-B397-A04B9D15D9C2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WAHYU BAMBANG ARIF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4BF4046A-5958-4655-8413-608CB27E8342}" type="parTrans" cxnId="{F3A11722-7E33-482E-A6DF-55FBA588B0FC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945DD09-80F7-4A23-8D60-3090045B769F}" type="sibTrans" cxnId="{F3A11722-7E33-482E-A6DF-55FBA588B0FC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9E1550F-277A-49DF-ACB0-8DBE33CBE4D1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YENI RAHMAWATI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E45D59B0-BCAA-4E39-A81F-98F17F802913}" type="parTrans" cxnId="{22E7F0A8-5156-488C-80F4-FAE77C83F9C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5266687-B073-4515-8D1C-A7F3F10F191B}" type="sibTrans" cxnId="{22E7F0A8-5156-488C-80F4-FAE77C83F9C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5252665-82E8-411B-A095-7DF307DBEC0B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MUHAMAD FAUZAN MAULUDI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148D0DEB-E7EB-4E3B-8674-EDBB92F1CF4D}" type="parTrans" cxnId="{64F2CE63-25F2-4D8E-988B-3B1CE8CBE3C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4D84DF66-8E97-4AFC-B51E-3A38BFF2A024}" type="sibTrans" cxnId="{64F2CE63-25F2-4D8E-988B-3B1CE8CBE3C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A680AF7-8FD3-4C2F-AD1A-F70853A263B8}">
      <dgm:prSet custT="1"/>
      <dgm:spPr/>
      <dgm:t>
        <a:bodyPr/>
        <a:lstStyle/>
        <a:p>
          <a:r>
            <a:rPr lang="en-US" sz="500" b="1">
              <a:solidFill>
                <a:schemeClr val="bg1"/>
              </a:solidFill>
              <a:latin typeface="Comic Sans MS" pitchFamily="66" charset="0"/>
            </a:rPr>
            <a:t>HARSONO E.P.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FABBE965-6BBE-45C5-BDE7-E86E6596F61F}" type="parTrans" cxnId="{5DE6F721-123F-495D-9951-AF6B52E8C50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AB9CC1E-FD62-4E21-951E-D320BAD944AB}" type="sibTrans" cxnId="{5DE6F721-123F-495D-9951-AF6B52E8C50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6A41058D-4677-4FD8-BECB-9296484661B5}" type="pres">
      <dgm:prSet presAssocID="{5C866D2C-827E-4B7B-B206-6C17643B3F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F72D1E-144D-4CAC-8564-1B3AE3D92AF7}" type="pres">
      <dgm:prSet presAssocID="{7EE6785C-0723-47A0-AEA1-690EE1F7CABF}" presName="composite" presStyleCnt="0"/>
      <dgm:spPr/>
    </dgm:pt>
    <dgm:pt modelId="{867B67BC-78A2-4E2F-85DA-56A1DCAEC41B}" type="pres">
      <dgm:prSet presAssocID="{7EE6785C-0723-47A0-AEA1-690EE1F7CABF}" presName="rect1" presStyleLbl="trAlignAcc1" presStyleIdx="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67970-C582-47CA-ADAD-835B499839E3}" type="pres">
      <dgm:prSet presAssocID="{7EE6785C-0723-47A0-AEA1-690EE1F7CABF}" presName="rect2" presStyleLbl="fgImgPlace1" presStyleIdx="0" presStyleCnt="19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20D75ED5-3345-467A-A8AC-1D45BFEE91A8}" type="pres">
      <dgm:prSet presAssocID="{81A70C40-95EA-4978-AAFE-ABB18B6913C1}" presName="sibTrans" presStyleCnt="0"/>
      <dgm:spPr/>
    </dgm:pt>
    <dgm:pt modelId="{FCC27FF7-C4F2-4935-BD13-FE0EF23DDB3A}" type="pres">
      <dgm:prSet presAssocID="{5DF1FFF8-F753-4006-87D3-77D1A9160F6B}" presName="composite" presStyleCnt="0"/>
      <dgm:spPr/>
    </dgm:pt>
    <dgm:pt modelId="{A3E0A5F2-1F4A-4A12-8889-60950C8714A5}" type="pres">
      <dgm:prSet presAssocID="{5DF1FFF8-F753-4006-87D3-77D1A9160F6B}" presName="rect1" presStyleLbl="trAlignAcc1" presStyleIdx="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83975F-F3A0-4988-B4F5-B0CA275B0A36}" type="pres">
      <dgm:prSet presAssocID="{5DF1FFF8-F753-4006-87D3-77D1A9160F6B}" presName="rect2" presStyleLbl="fgImgPlace1" presStyleIdx="1" presStyleCnt="19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D2265EC1-FDA3-4FFF-B334-AB16BE0A2AC4}" type="pres">
      <dgm:prSet presAssocID="{A09DD4E4-349B-44D6-8E4C-A85CEF42A35F}" presName="sibTrans" presStyleCnt="0"/>
      <dgm:spPr/>
    </dgm:pt>
    <dgm:pt modelId="{74079256-A073-4A1A-ABAD-753C89BAA246}" type="pres">
      <dgm:prSet presAssocID="{E3F9C1BD-977A-4D87-8D44-BAD5BE7A1966}" presName="composite" presStyleCnt="0"/>
      <dgm:spPr/>
    </dgm:pt>
    <dgm:pt modelId="{6C85DBB7-992D-4D56-BF96-30F4042E79FE}" type="pres">
      <dgm:prSet presAssocID="{E3F9C1BD-977A-4D87-8D44-BAD5BE7A1966}" presName="rect1" presStyleLbl="trAlignAcc1" presStyleIdx="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468109-75D1-42DF-B41C-9EC369556876}" type="pres">
      <dgm:prSet presAssocID="{E3F9C1BD-977A-4D87-8D44-BAD5BE7A1966}" presName="rect2" presStyleLbl="fgImgPlace1" presStyleIdx="2" presStyleCnt="19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56036D66-6BD8-49FA-9526-7B83AF010F7C}" type="pres">
      <dgm:prSet presAssocID="{8771FF41-024F-4553-BE62-B5E5B3DA0727}" presName="sibTrans" presStyleCnt="0"/>
      <dgm:spPr/>
    </dgm:pt>
    <dgm:pt modelId="{0CC602DD-E12C-424C-898F-745FC8C1B609}" type="pres">
      <dgm:prSet presAssocID="{BD775F11-6F4B-4A45-8766-844253425DEF}" presName="composite" presStyleCnt="0"/>
      <dgm:spPr/>
    </dgm:pt>
    <dgm:pt modelId="{82C2B146-C659-444A-A5F3-D8B7D8903C83}" type="pres">
      <dgm:prSet presAssocID="{BD775F11-6F4B-4A45-8766-844253425DEF}" presName="rect1" presStyleLbl="trAlignAcc1" presStyleIdx="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5CAD1F-187F-4162-ABA1-D10B2E39BB54}" type="pres">
      <dgm:prSet presAssocID="{BD775F11-6F4B-4A45-8766-844253425DEF}" presName="rect2" presStyleLbl="fgImgPlace1" presStyleIdx="3" presStyleCnt="19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42401620-4FA6-4857-A4D8-42F9E10EFECE}" type="pres">
      <dgm:prSet presAssocID="{BFF078D2-0189-4F2D-AF93-84B20BB94817}" presName="sibTrans" presStyleCnt="0"/>
      <dgm:spPr/>
    </dgm:pt>
    <dgm:pt modelId="{B22EE0A3-E9D6-46B2-BC83-566E69E06DC2}" type="pres">
      <dgm:prSet presAssocID="{20FF77F0-74CC-404B-92D8-7CDFC390D543}" presName="composite" presStyleCnt="0"/>
      <dgm:spPr/>
    </dgm:pt>
    <dgm:pt modelId="{72C15F4E-87DD-43D9-973A-73C64BFDAEB0}" type="pres">
      <dgm:prSet presAssocID="{20FF77F0-74CC-404B-92D8-7CDFC390D543}" presName="rect1" presStyleLbl="trAlignAcc1" presStyleIdx="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46DF2B-8216-4F76-BACE-0E0AA933F634}" type="pres">
      <dgm:prSet presAssocID="{20FF77F0-74CC-404B-92D8-7CDFC390D543}" presName="rect2" presStyleLbl="fgImgPlace1" presStyleIdx="4" presStyleCnt="19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6257BF9-5828-408B-B47E-1DE7D3AD40AF}" type="pres">
      <dgm:prSet presAssocID="{8DC45BD5-C76A-4E91-BC65-5722DC728443}" presName="sibTrans" presStyleCnt="0"/>
      <dgm:spPr/>
    </dgm:pt>
    <dgm:pt modelId="{24E31976-D324-479A-A765-01A7F6089567}" type="pres">
      <dgm:prSet presAssocID="{64883AB8-C4FA-4AC9-A8CA-A5A1AE3712AE}" presName="composite" presStyleCnt="0"/>
      <dgm:spPr/>
    </dgm:pt>
    <dgm:pt modelId="{5BBCDDDF-0689-4DE6-BA07-A689A2E03276}" type="pres">
      <dgm:prSet presAssocID="{64883AB8-C4FA-4AC9-A8CA-A5A1AE3712AE}" presName="rect1" presStyleLbl="trAlignAcc1" presStyleIdx="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A7DD99-CA70-4032-B435-BCEBAEE7C925}" type="pres">
      <dgm:prSet presAssocID="{64883AB8-C4FA-4AC9-A8CA-A5A1AE3712AE}" presName="rect2" presStyleLbl="fgImgPlace1" presStyleIdx="5" presStyleCnt="19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50AAE731-EFBD-4281-8546-59D32177A9C7}" type="pres">
      <dgm:prSet presAssocID="{207E6B8F-CB23-4FEC-B9A4-F409DEE71B19}" presName="sibTrans" presStyleCnt="0"/>
      <dgm:spPr/>
    </dgm:pt>
    <dgm:pt modelId="{7D7D4197-74FA-4135-8238-3620E5609EDB}" type="pres">
      <dgm:prSet presAssocID="{5F606156-A5BB-4AEF-A7D8-4D31383D6F65}" presName="composite" presStyleCnt="0"/>
      <dgm:spPr/>
    </dgm:pt>
    <dgm:pt modelId="{279845B6-3EC0-451E-89E6-836B44A0A9ED}" type="pres">
      <dgm:prSet presAssocID="{5F606156-A5BB-4AEF-A7D8-4D31383D6F65}" presName="rect1" presStyleLbl="trAlignAcc1" presStyleIdx="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2B4916-A216-4677-9145-596A50A9A4E8}" type="pres">
      <dgm:prSet presAssocID="{5F606156-A5BB-4AEF-A7D8-4D31383D6F65}" presName="rect2" presStyleLbl="fgImgPlace1" presStyleIdx="6" presStyleCnt="19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0B021F96-2B6A-48E3-9936-29E502C465C9}" type="pres">
      <dgm:prSet presAssocID="{897FE65F-EBDE-4CBE-9378-60C97D6FF12C}" presName="sibTrans" presStyleCnt="0"/>
      <dgm:spPr/>
    </dgm:pt>
    <dgm:pt modelId="{D1F4C5D7-E4AD-4BC9-AB19-07CAE2DA4ADA}" type="pres">
      <dgm:prSet presAssocID="{4AE9A650-F7A8-4D73-878B-FB28D9FA7150}" presName="composite" presStyleCnt="0"/>
      <dgm:spPr/>
    </dgm:pt>
    <dgm:pt modelId="{FF1B89EB-0517-48A7-A05C-E49C115CC896}" type="pres">
      <dgm:prSet presAssocID="{4AE9A650-F7A8-4D73-878B-FB28D9FA7150}" presName="rect1" presStyleLbl="trAlignAcc1" presStyleIdx="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0BD111-864D-4AB0-BE25-69417AFD824E}" type="pres">
      <dgm:prSet presAssocID="{4AE9A650-F7A8-4D73-878B-FB28D9FA7150}" presName="rect2" presStyleLbl="fgImgPlace1" presStyleIdx="7" presStyleCnt="19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036E8B5E-C3BE-4DE7-AF18-D8169FE7E307}" type="pres">
      <dgm:prSet presAssocID="{0F554273-9562-472C-A9FC-14B170592D01}" presName="sibTrans" presStyleCnt="0"/>
      <dgm:spPr/>
    </dgm:pt>
    <dgm:pt modelId="{C1361D20-0B66-40C2-9CF8-F0AAB4DCC1F7}" type="pres">
      <dgm:prSet presAssocID="{F4B59780-0D3B-4FC5-9F52-57D9EBEFE80B}" presName="composite" presStyleCnt="0"/>
      <dgm:spPr/>
    </dgm:pt>
    <dgm:pt modelId="{2CAC6BA5-1154-450E-B450-7DE90B9262E4}" type="pres">
      <dgm:prSet presAssocID="{F4B59780-0D3B-4FC5-9F52-57D9EBEFE80B}" presName="rect1" presStyleLbl="trAlignAcc1" presStyleIdx="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D3F9DD-647C-46D2-820F-CE78F3810885}" type="pres">
      <dgm:prSet presAssocID="{F4B59780-0D3B-4FC5-9F52-57D9EBEFE80B}" presName="rect2" presStyleLbl="fgImgPlace1" presStyleIdx="8" presStyleCnt="19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848B2186-AC9B-4E07-805C-068CCE0C6B5A}" type="pres">
      <dgm:prSet presAssocID="{7184A3F6-65DD-4EFB-8D21-3EE0BE6B4F7C}" presName="sibTrans" presStyleCnt="0"/>
      <dgm:spPr/>
    </dgm:pt>
    <dgm:pt modelId="{41F52CB0-0A63-4749-B970-9900C05778E9}" type="pres">
      <dgm:prSet presAssocID="{1F90A487-952E-47FE-9FFE-E31D61494B4F}" presName="composite" presStyleCnt="0"/>
      <dgm:spPr/>
    </dgm:pt>
    <dgm:pt modelId="{9C6993C9-1A8A-4E1B-9551-C9A95EBBE568}" type="pres">
      <dgm:prSet presAssocID="{1F90A487-952E-47FE-9FFE-E31D61494B4F}" presName="rect1" presStyleLbl="trAlignAcc1" presStyleIdx="9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35CA91-AB55-4095-B976-0AEB0721ECEE}" type="pres">
      <dgm:prSet presAssocID="{1F90A487-952E-47FE-9FFE-E31D61494B4F}" presName="rect2" presStyleLbl="fgImgPlace1" presStyleIdx="9" presStyleCnt="19"/>
      <dgm:spPr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4BAE4A63-8F3C-4F77-BC68-821492B8DF77}" type="pres">
      <dgm:prSet presAssocID="{E16A32BE-D394-463B-8909-3BD4E32CAF22}" presName="sibTrans" presStyleCnt="0"/>
      <dgm:spPr/>
    </dgm:pt>
    <dgm:pt modelId="{8734053E-8C2C-4549-8F53-D5D01D90A3DF}" type="pres">
      <dgm:prSet presAssocID="{F93E4BB4-D5DC-4F0F-8D3D-B3AFE7774C1F}" presName="composite" presStyleCnt="0"/>
      <dgm:spPr/>
    </dgm:pt>
    <dgm:pt modelId="{D618D6CC-9804-4A1F-B8D0-AF8B08231D94}" type="pres">
      <dgm:prSet presAssocID="{F93E4BB4-D5DC-4F0F-8D3D-B3AFE7774C1F}" presName="rect1" presStyleLbl="trAlignAcc1" presStyleIdx="1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92E395-C5A0-4C44-99F6-D84876792A30}" type="pres">
      <dgm:prSet presAssocID="{F93E4BB4-D5DC-4F0F-8D3D-B3AFE7774C1F}" presName="rect2" presStyleLbl="fgImgPlace1" presStyleIdx="10" presStyleCnt="19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CC8B3BBE-DCCF-49A7-A01D-DF6E0CCDE556}" type="pres">
      <dgm:prSet presAssocID="{B5497667-385B-4A79-8D8C-FE866CE48801}" presName="sibTrans" presStyleCnt="0"/>
      <dgm:spPr/>
    </dgm:pt>
    <dgm:pt modelId="{E007E885-0FB1-4AAB-AA62-BD53C886AC09}" type="pres">
      <dgm:prSet presAssocID="{FA680AF7-8FD3-4C2F-AD1A-F70853A263B8}" presName="composite" presStyleCnt="0"/>
      <dgm:spPr/>
    </dgm:pt>
    <dgm:pt modelId="{999F1FE7-9EAD-40AB-8CD3-B6C3E15DEE34}" type="pres">
      <dgm:prSet presAssocID="{FA680AF7-8FD3-4C2F-AD1A-F70853A263B8}" presName="rect1" presStyleLbl="trAlignAcc1" presStyleIdx="1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7D787A-711E-4528-AAF4-3B242F0B3A93}" type="pres">
      <dgm:prSet presAssocID="{FA680AF7-8FD3-4C2F-AD1A-F70853A263B8}" presName="rect2" presStyleLbl="fgImgPlace1" presStyleIdx="11" presStyleCnt="19"/>
      <dgm:spPr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0610B487-549D-46DB-84A4-3D057C35B56A}" type="pres">
      <dgm:prSet presAssocID="{FAB9CC1E-FD62-4E21-951E-D320BAD944AB}" presName="sibTrans" presStyleCnt="0"/>
      <dgm:spPr/>
    </dgm:pt>
    <dgm:pt modelId="{BEB5F218-4512-4952-AC3E-265FAA22011C}" type="pres">
      <dgm:prSet presAssocID="{CEF1C8C3-4127-4EA8-AE88-CECA37422F3B}" presName="composite" presStyleCnt="0"/>
      <dgm:spPr/>
    </dgm:pt>
    <dgm:pt modelId="{CF65D320-39D5-4C06-A394-F649FED3607B}" type="pres">
      <dgm:prSet presAssocID="{CEF1C8C3-4127-4EA8-AE88-CECA37422F3B}" presName="rect1" presStyleLbl="trAlignAcc1" presStyleIdx="1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5C276E-F14A-4F02-B6D5-FDF938317C66}" type="pres">
      <dgm:prSet presAssocID="{CEF1C8C3-4127-4EA8-AE88-CECA37422F3B}" presName="rect2" presStyleLbl="fgImgPlace1" presStyleIdx="12" presStyleCnt="19"/>
      <dgm:spPr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52DE38F5-1756-4988-A3DB-769F3CC04855}" type="pres">
      <dgm:prSet presAssocID="{BB9E50FF-F21B-4784-A823-41A95335A5C8}" presName="sibTrans" presStyleCnt="0"/>
      <dgm:spPr/>
    </dgm:pt>
    <dgm:pt modelId="{0CD68444-A67E-4133-B8AA-99C2AF914BE4}" type="pres">
      <dgm:prSet presAssocID="{7CB851C8-463B-4A90-A50B-B5B1BAB79996}" presName="composite" presStyleCnt="0"/>
      <dgm:spPr/>
    </dgm:pt>
    <dgm:pt modelId="{7E46E625-2675-448C-A953-4A8B21C7DB74}" type="pres">
      <dgm:prSet presAssocID="{7CB851C8-463B-4A90-A50B-B5B1BAB79996}" presName="rect1" presStyleLbl="trAlignAcc1" presStyleIdx="1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648517-28A1-4ED3-B82A-585A518CE3DC}" type="pres">
      <dgm:prSet presAssocID="{7CB851C8-463B-4A90-A50B-B5B1BAB79996}" presName="rect2" presStyleLbl="fgImgPlace1" presStyleIdx="13" presStyleCnt="19"/>
      <dgm:spPr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65FFBD07-A7C2-4D22-9BE9-1B8B4D964123}" type="pres">
      <dgm:prSet presAssocID="{45B73BB7-418E-4E92-8300-9267A8F93394}" presName="sibTrans" presStyleCnt="0"/>
      <dgm:spPr/>
    </dgm:pt>
    <dgm:pt modelId="{FF504809-3E66-4E58-9F76-7A50409F08FD}" type="pres">
      <dgm:prSet presAssocID="{3EAF8548-5D47-4C81-85B8-D265EF8D2BA0}" presName="composite" presStyleCnt="0"/>
      <dgm:spPr/>
    </dgm:pt>
    <dgm:pt modelId="{5767C50E-4572-43D8-ACE0-3F0C00A6B747}" type="pres">
      <dgm:prSet presAssocID="{3EAF8548-5D47-4C81-85B8-D265EF8D2BA0}" presName="rect1" presStyleLbl="trAlignAcc1" presStyleIdx="1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935B71-3442-4B01-8C23-8BA439298CF1}" type="pres">
      <dgm:prSet presAssocID="{3EAF8548-5D47-4C81-85B8-D265EF8D2BA0}" presName="rect2" presStyleLbl="fgImgPlace1" presStyleIdx="14" presStyleCnt="19"/>
      <dgm:spPr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F197F642-64C3-4DA7-8283-82CF85B068B4}" type="pres">
      <dgm:prSet presAssocID="{E97A6406-53FB-4A91-AD57-B6A168E3C7B5}" presName="sibTrans" presStyleCnt="0"/>
      <dgm:spPr/>
    </dgm:pt>
    <dgm:pt modelId="{6764BB59-DDC6-4478-B186-74999A0B332A}" type="pres">
      <dgm:prSet presAssocID="{8C215C8D-BEBF-4706-B873-85410605582B}" presName="composite" presStyleCnt="0"/>
      <dgm:spPr/>
    </dgm:pt>
    <dgm:pt modelId="{D0565AF2-A6F6-4510-B51C-6FD43068ABAB}" type="pres">
      <dgm:prSet presAssocID="{8C215C8D-BEBF-4706-B873-85410605582B}" presName="rect1" presStyleLbl="trAlignAcc1" presStyleIdx="1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76DB84-630A-4C8B-9642-FC18774164F4}" type="pres">
      <dgm:prSet presAssocID="{8C215C8D-BEBF-4706-B873-85410605582B}" presName="rect2" presStyleLbl="fgImgPlace1" presStyleIdx="15" presStyleCnt="19"/>
      <dgm:spPr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665BCEDC-6A24-4408-96F4-815703240BAD}" type="pres">
      <dgm:prSet presAssocID="{1F4530FA-8008-4E42-AB88-10D1919D343D}" presName="sibTrans" presStyleCnt="0"/>
      <dgm:spPr/>
    </dgm:pt>
    <dgm:pt modelId="{98B07CE0-8596-4E70-9F0D-EAABD3D22C4F}" type="pres">
      <dgm:prSet presAssocID="{8C84D485-FC93-4EDF-B397-A04B9D15D9C2}" presName="composite" presStyleCnt="0"/>
      <dgm:spPr/>
    </dgm:pt>
    <dgm:pt modelId="{B223599A-8D45-4514-8E43-164E7D092C46}" type="pres">
      <dgm:prSet presAssocID="{8C84D485-FC93-4EDF-B397-A04B9D15D9C2}" presName="rect1" presStyleLbl="trAlignAcc1" presStyleIdx="1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2C28A6-1428-4C58-8969-906441302634}" type="pres">
      <dgm:prSet presAssocID="{8C84D485-FC93-4EDF-B397-A04B9D15D9C2}" presName="rect2" presStyleLbl="fgImgPlace1" presStyleIdx="16" presStyleCnt="19"/>
      <dgm:spPr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</dgm:pt>
    <dgm:pt modelId="{5EACBF04-2357-485E-84A9-8084A1764EBE}" type="pres">
      <dgm:prSet presAssocID="{E945DD09-80F7-4A23-8D60-3090045B769F}" presName="sibTrans" presStyleCnt="0"/>
      <dgm:spPr/>
    </dgm:pt>
    <dgm:pt modelId="{774446DB-E7A4-4AD2-86FC-9783DD490ACE}" type="pres">
      <dgm:prSet presAssocID="{19E1550F-277A-49DF-ACB0-8DBE33CBE4D1}" presName="composite" presStyleCnt="0"/>
      <dgm:spPr/>
    </dgm:pt>
    <dgm:pt modelId="{90050D39-A06C-4287-A25A-5848356FFB76}" type="pres">
      <dgm:prSet presAssocID="{19E1550F-277A-49DF-ACB0-8DBE33CBE4D1}" presName="rect1" presStyleLbl="trAlignAcc1" presStyleIdx="1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7D0DD3-A849-464A-9787-A6DFB6CCDEF5}" type="pres">
      <dgm:prSet presAssocID="{19E1550F-277A-49DF-ACB0-8DBE33CBE4D1}" presName="rect2" presStyleLbl="fgImgPlace1" presStyleIdx="17" presStyleCnt="19"/>
      <dgm:spPr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2E044967-546F-422E-A91E-F592DC4F078D}" type="pres">
      <dgm:prSet presAssocID="{15266687-B073-4515-8D1C-A7F3F10F191B}" presName="sibTrans" presStyleCnt="0"/>
      <dgm:spPr/>
    </dgm:pt>
    <dgm:pt modelId="{8A826468-C926-42EF-A163-9DEAC2774380}" type="pres">
      <dgm:prSet presAssocID="{35252665-82E8-411B-A095-7DF307DBEC0B}" presName="composite" presStyleCnt="0"/>
      <dgm:spPr/>
    </dgm:pt>
    <dgm:pt modelId="{8D2F8CA3-2FEC-473A-AEBE-C002932F90E8}" type="pres">
      <dgm:prSet presAssocID="{35252665-82E8-411B-A095-7DF307DBEC0B}" presName="rect1" presStyleLbl="trAlignAcc1" presStyleIdx="18" presStyleCnt="19" custLinFactNeighborX="5222" custLinFactNeighborY="322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C7581E-8295-47E1-8611-0F580C9FE58E}" type="pres">
      <dgm:prSet presAssocID="{35252665-82E8-411B-A095-7DF307DBEC0B}" presName="rect2" presStyleLbl="fgImgPlace1" presStyleIdx="18" presStyleCnt="19" custScaleX="151238" custScaleY="144645"/>
      <dgm:spPr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</dgm:ptLst>
  <dgm:cxnLst>
    <dgm:cxn modelId="{1D0800F2-8BC2-4AF9-B942-BA7EBF471D75}" type="presOf" srcId="{4AE9A650-F7A8-4D73-878B-FB28D9FA7150}" destId="{FF1B89EB-0517-48A7-A05C-E49C115CC896}" srcOrd="0" destOrd="0" presId="urn:microsoft.com/office/officeart/2008/layout/PictureStrips"/>
    <dgm:cxn modelId="{0E3CF2E4-985F-4773-ABB3-51652761ACA7}" type="presOf" srcId="{F4B59780-0D3B-4FC5-9F52-57D9EBEFE80B}" destId="{2CAC6BA5-1154-450E-B450-7DE90B9262E4}" srcOrd="0" destOrd="0" presId="urn:microsoft.com/office/officeart/2008/layout/PictureStrips"/>
    <dgm:cxn modelId="{CD8E9255-4AFE-486C-A70B-89BB70638935}" type="presOf" srcId="{E3F9C1BD-977A-4D87-8D44-BAD5BE7A1966}" destId="{6C85DBB7-992D-4D56-BF96-30F4042E79FE}" srcOrd="0" destOrd="0" presId="urn:microsoft.com/office/officeart/2008/layout/PictureStrips"/>
    <dgm:cxn modelId="{362DC2E5-9D44-4E02-A6E2-3135B56A880F}" srcId="{5C866D2C-827E-4B7B-B206-6C17643B3F3E}" destId="{E3F9C1BD-977A-4D87-8D44-BAD5BE7A1966}" srcOrd="2" destOrd="0" parTransId="{379FE31A-4B4F-4D06-8907-5B653B568323}" sibTransId="{8771FF41-024F-4553-BE62-B5E5B3DA0727}"/>
    <dgm:cxn modelId="{79DDDA32-C357-451F-8D1B-8C4A4BD6FC4C}" type="presOf" srcId="{19E1550F-277A-49DF-ACB0-8DBE33CBE4D1}" destId="{90050D39-A06C-4287-A25A-5848356FFB76}" srcOrd="0" destOrd="0" presId="urn:microsoft.com/office/officeart/2008/layout/PictureStrips"/>
    <dgm:cxn modelId="{1EAC2D7E-7EC9-48AF-AB75-E2E776F0E0FF}" srcId="{5C866D2C-827E-4B7B-B206-6C17643B3F3E}" destId="{BD775F11-6F4B-4A45-8766-844253425DEF}" srcOrd="3" destOrd="0" parTransId="{949F22A3-6581-4A82-8352-D6C239706644}" sibTransId="{BFF078D2-0189-4F2D-AF93-84B20BB94817}"/>
    <dgm:cxn modelId="{690BEC86-D75F-4613-BB97-156EB694E082}" srcId="{5C866D2C-827E-4B7B-B206-6C17643B3F3E}" destId="{3EAF8548-5D47-4C81-85B8-D265EF8D2BA0}" srcOrd="14" destOrd="0" parTransId="{1BD9F23D-8673-45CD-809E-51A1B83BB936}" sibTransId="{E97A6406-53FB-4A91-AD57-B6A168E3C7B5}"/>
    <dgm:cxn modelId="{64F2CE63-25F2-4D8E-988B-3B1CE8CBE3C2}" srcId="{5C866D2C-827E-4B7B-B206-6C17643B3F3E}" destId="{35252665-82E8-411B-A095-7DF307DBEC0B}" srcOrd="18" destOrd="0" parTransId="{148D0DEB-E7EB-4E3B-8674-EDBB92F1CF4D}" sibTransId="{4D84DF66-8E97-4AFC-B51E-3A38BFF2A024}"/>
    <dgm:cxn modelId="{90E3FD97-1848-4ACA-8606-E79D8AF97644}" srcId="{5C866D2C-827E-4B7B-B206-6C17643B3F3E}" destId="{F93E4BB4-D5DC-4F0F-8D3D-B3AFE7774C1F}" srcOrd="10" destOrd="0" parTransId="{82E6B787-63D4-4296-87F8-563A9D2C789F}" sibTransId="{B5497667-385B-4A79-8D8C-FE866CE48801}"/>
    <dgm:cxn modelId="{347C91D7-26EB-4B0D-B548-78AD3E8C89A2}" srcId="{5C866D2C-827E-4B7B-B206-6C17643B3F3E}" destId="{7EE6785C-0723-47A0-AEA1-690EE1F7CABF}" srcOrd="0" destOrd="0" parTransId="{CCFAF7AF-DD8E-4770-9E83-979E971562B9}" sibTransId="{81A70C40-95EA-4978-AAFE-ABB18B6913C1}"/>
    <dgm:cxn modelId="{27E20006-DE72-4EC8-933E-8651B1CDF178}" type="presOf" srcId="{5DF1FFF8-F753-4006-87D3-77D1A9160F6B}" destId="{A3E0A5F2-1F4A-4A12-8889-60950C8714A5}" srcOrd="0" destOrd="0" presId="urn:microsoft.com/office/officeart/2008/layout/PictureStrips"/>
    <dgm:cxn modelId="{F3A11722-7E33-482E-A6DF-55FBA588B0FC}" srcId="{5C866D2C-827E-4B7B-B206-6C17643B3F3E}" destId="{8C84D485-FC93-4EDF-B397-A04B9D15D9C2}" srcOrd="16" destOrd="0" parTransId="{4BF4046A-5958-4655-8413-608CB27E8342}" sibTransId="{E945DD09-80F7-4A23-8D60-3090045B769F}"/>
    <dgm:cxn modelId="{7A4D97F4-7BF5-4583-8EA8-0ACC95866767}" type="presOf" srcId="{5C866D2C-827E-4B7B-B206-6C17643B3F3E}" destId="{6A41058D-4677-4FD8-BECB-9296484661B5}" srcOrd="0" destOrd="0" presId="urn:microsoft.com/office/officeart/2008/layout/PictureStrips"/>
    <dgm:cxn modelId="{1A096C8C-DF3D-4FA8-B5A6-6EDD19EB7217}" srcId="{5C866D2C-827E-4B7B-B206-6C17643B3F3E}" destId="{4AE9A650-F7A8-4D73-878B-FB28D9FA7150}" srcOrd="7" destOrd="0" parTransId="{9DF5B860-CEDC-4379-9071-6E499523D5EF}" sibTransId="{0F554273-9562-472C-A9FC-14B170592D01}"/>
    <dgm:cxn modelId="{22E7F0A8-5156-488C-80F4-FAE77C83F9CF}" srcId="{5C866D2C-827E-4B7B-B206-6C17643B3F3E}" destId="{19E1550F-277A-49DF-ACB0-8DBE33CBE4D1}" srcOrd="17" destOrd="0" parTransId="{E45D59B0-BCAA-4E39-A81F-98F17F802913}" sibTransId="{15266687-B073-4515-8D1C-A7F3F10F191B}"/>
    <dgm:cxn modelId="{5DE6F721-123F-495D-9951-AF6B52E8C506}" srcId="{5C866D2C-827E-4B7B-B206-6C17643B3F3E}" destId="{FA680AF7-8FD3-4C2F-AD1A-F70853A263B8}" srcOrd="11" destOrd="0" parTransId="{FABBE965-6BBE-45C5-BDE7-E86E6596F61F}" sibTransId="{FAB9CC1E-FD62-4E21-951E-D320BAD944AB}"/>
    <dgm:cxn modelId="{AFEC92D1-B65D-4A7D-AD41-6925E1386ED6}" srcId="{5C866D2C-827E-4B7B-B206-6C17643B3F3E}" destId="{64883AB8-C4FA-4AC9-A8CA-A5A1AE3712AE}" srcOrd="5" destOrd="0" parTransId="{62F129EF-E7F1-4B5A-9331-D9272D21FBA2}" sibTransId="{207E6B8F-CB23-4FEC-B9A4-F409DEE71B19}"/>
    <dgm:cxn modelId="{3336250B-8073-446E-B92C-AC383ECCFEF9}" type="presOf" srcId="{64883AB8-C4FA-4AC9-A8CA-A5A1AE3712AE}" destId="{5BBCDDDF-0689-4DE6-BA07-A689A2E03276}" srcOrd="0" destOrd="0" presId="urn:microsoft.com/office/officeart/2008/layout/PictureStrips"/>
    <dgm:cxn modelId="{72786CBA-7648-4B42-9082-87C7ABB70C4C}" srcId="{5C866D2C-827E-4B7B-B206-6C17643B3F3E}" destId="{F4B59780-0D3B-4FC5-9F52-57D9EBEFE80B}" srcOrd="8" destOrd="0" parTransId="{5555D1B3-6485-4070-B3D7-FAA8C89A2200}" sibTransId="{7184A3F6-65DD-4EFB-8D21-3EE0BE6B4F7C}"/>
    <dgm:cxn modelId="{EB550AEF-7FB3-48F4-888E-CA414C9C45E6}" type="presOf" srcId="{BD775F11-6F4B-4A45-8766-844253425DEF}" destId="{82C2B146-C659-444A-A5F3-D8B7D8903C83}" srcOrd="0" destOrd="0" presId="urn:microsoft.com/office/officeart/2008/layout/PictureStrips"/>
    <dgm:cxn modelId="{3E6F4905-BC33-45DC-B74C-9F9E30736232}" srcId="{5C866D2C-827E-4B7B-B206-6C17643B3F3E}" destId="{20FF77F0-74CC-404B-92D8-7CDFC390D543}" srcOrd="4" destOrd="0" parTransId="{C38F8D78-46B0-4D9C-AC8D-E8529857D34D}" sibTransId="{8DC45BD5-C76A-4E91-BC65-5722DC728443}"/>
    <dgm:cxn modelId="{93E3A401-887D-4F50-9272-043A3BE143F6}" type="presOf" srcId="{1F90A487-952E-47FE-9FFE-E31D61494B4F}" destId="{9C6993C9-1A8A-4E1B-9551-C9A95EBBE568}" srcOrd="0" destOrd="0" presId="urn:microsoft.com/office/officeart/2008/layout/PictureStrips"/>
    <dgm:cxn modelId="{295FA70E-C9AC-4AEA-BB7C-509CD7373C72}" type="presOf" srcId="{20FF77F0-74CC-404B-92D8-7CDFC390D543}" destId="{72C15F4E-87DD-43D9-973A-73C64BFDAEB0}" srcOrd="0" destOrd="0" presId="urn:microsoft.com/office/officeart/2008/layout/PictureStrips"/>
    <dgm:cxn modelId="{6FD89729-96F8-4BB1-80B7-4E79200AB89B}" type="presOf" srcId="{3EAF8548-5D47-4C81-85B8-D265EF8D2BA0}" destId="{5767C50E-4572-43D8-ACE0-3F0C00A6B747}" srcOrd="0" destOrd="0" presId="urn:microsoft.com/office/officeart/2008/layout/PictureStrips"/>
    <dgm:cxn modelId="{AEC49112-3860-4BC8-9EE2-D84D6CABEC4A}" type="presOf" srcId="{7CB851C8-463B-4A90-A50B-B5B1BAB79996}" destId="{7E46E625-2675-448C-A953-4A8B21C7DB74}" srcOrd="0" destOrd="0" presId="urn:microsoft.com/office/officeart/2008/layout/PictureStrips"/>
    <dgm:cxn modelId="{C9AEFCE0-FC53-4CAC-8D27-46FF5DC32279}" srcId="{5C866D2C-827E-4B7B-B206-6C17643B3F3E}" destId="{8C215C8D-BEBF-4706-B873-85410605582B}" srcOrd="15" destOrd="0" parTransId="{6E734DA5-9606-4779-B856-4AE2473F81A1}" sibTransId="{1F4530FA-8008-4E42-AB88-10D1919D343D}"/>
    <dgm:cxn modelId="{C1BD76F4-4C9D-4159-90D3-D15F3F303021}" srcId="{5C866D2C-827E-4B7B-B206-6C17643B3F3E}" destId="{CEF1C8C3-4127-4EA8-AE88-CECA37422F3B}" srcOrd="12" destOrd="0" parTransId="{AA30D8F4-3DEE-4923-BDDB-6F8AA460F75B}" sibTransId="{BB9E50FF-F21B-4784-A823-41A95335A5C8}"/>
    <dgm:cxn modelId="{F69F8A47-61C3-4473-8FEA-A4C73D388F09}" srcId="{5C866D2C-827E-4B7B-B206-6C17643B3F3E}" destId="{7CB851C8-463B-4A90-A50B-B5B1BAB79996}" srcOrd="13" destOrd="0" parTransId="{7F9827A2-6063-4DDB-AB45-7C9456CE7086}" sibTransId="{45B73BB7-418E-4E92-8300-9267A8F93394}"/>
    <dgm:cxn modelId="{B364CD80-538A-46F3-B080-DB0B67F718B9}" type="presOf" srcId="{5F606156-A5BB-4AEF-A7D8-4D31383D6F65}" destId="{279845B6-3EC0-451E-89E6-836B44A0A9ED}" srcOrd="0" destOrd="0" presId="urn:microsoft.com/office/officeart/2008/layout/PictureStrips"/>
    <dgm:cxn modelId="{75EA56A6-E0AB-4D46-9952-E55DADF1B5CF}" type="presOf" srcId="{35252665-82E8-411B-A095-7DF307DBEC0B}" destId="{8D2F8CA3-2FEC-473A-AEBE-C002932F90E8}" srcOrd="0" destOrd="0" presId="urn:microsoft.com/office/officeart/2008/layout/PictureStrips"/>
    <dgm:cxn modelId="{5FBCC805-01A1-4C96-A4DB-23E72D8DDC09}" type="presOf" srcId="{8C215C8D-BEBF-4706-B873-85410605582B}" destId="{D0565AF2-A6F6-4510-B51C-6FD43068ABAB}" srcOrd="0" destOrd="0" presId="urn:microsoft.com/office/officeart/2008/layout/PictureStrips"/>
    <dgm:cxn modelId="{3A8C3663-6477-48AD-AC0E-FC740C70EBC0}" srcId="{5C866D2C-827E-4B7B-B206-6C17643B3F3E}" destId="{5DF1FFF8-F753-4006-87D3-77D1A9160F6B}" srcOrd="1" destOrd="0" parTransId="{68CF2076-C82C-4388-A80C-C73C091AE810}" sibTransId="{A09DD4E4-349B-44D6-8E4C-A85CEF42A35F}"/>
    <dgm:cxn modelId="{7AB94AC2-1E26-4CFE-A805-E85FB1E90806}" type="presOf" srcId="{8C84D485-FC93-4EDF-B397-A04B9D15D9C2}" destId="{B223599A-8D45-4514-8E43-164E7D092C46}" srcOrd="0" destOrd="0" presId="urn:microsoft.com/office/officeart/2008/layout/PictureStrips"/>
    <dgm:cxn modelId="{88DF3B70-ED9C-43BF-9D4F-4C8A2F48F413}" srcId="{5C866D2C-827E-4B7B-B206-6C17643B3F3E}" destId="{5F606156-A5BB-4AEF-A7D8-4D31383D6F65}" srcOrd="6" destOrd="0" parTransId="{AC0E4D5F-5A7E-4152-B063-6513CD662C88}" sibTransId="{897FE65F-EBDE-4CBE-9378-60C97D6FF12C}"/>
    <dgm:cxn modelId="{66852AA2-61C3-4C21-8764-5F0CA07EC4B8}" type="presOf" srcId="{FA680AF7-8FD3-4C2F-AD1A-F70853A263B8}" destId="{999F1FE7-9EAD-40AB-8CD3-B6C3E15DEE34}" srcOrd="0" destOrd="0" presId="urn:microsoft.com/office/officeart/2008/layout/PictureStrips"/>
    <dgm:cxn modelId="{4871CD6D-AD4F-4760-805E-BE2E3482E515}" srcId="{5C866D2C-827E-4B7B-B206-6C17643B3F3E}" destId="{1F90A487-952E-47FE-9FFE-E31D61494B4F}" srcOrd="9" destOrd="0" parTransId="{4DA71325-8F8F-463A-9274-4ABBC350A7F1}" sibTransId="{E16A32BE-D394-463B-8909-3BD4E32CAF22}"/>
    <dgm:cxn modelId="{C3A5751A-19B3-460A-8237-C53E524E60FD}" type="presOf" srcId="{7EE6785C-0723-47A0-AEA1-690EE1F7CABF}" destId="{867B67BC-78A2-4E2F-85DA-56A1DCAEC41B}" srcOrd="0" destOrd="0" presId="urn:microsoft.com/office/officeart/2008/layout/PictureStrips"/>
    <dgm:cxn modelId="{0A7945DE-A185-450A-9133-F6402007383F}" type="presOf" srcId="{CEF1C8C3-4127-4EA8-AE88-CECA37422F3B}" destId="{CF65D320-39D5-4C06-A394-F649FED3607B}" srcOrd="0" destOrd="0" presId="urn:microsoft.com/office/officeart/2008/layout/PictureStrips"/>
    <dgm:cxn modelId="{9CCEE3DD-EE68-4AA4-ACE0-EF919E6A2247}" type="presOf" srcId="{F93E4BB4-D5DC-4F0F-8D3D-B3AFE7774C1F}" destId="{D618D6CC-9804-4A1F-B8D0-AF8B08231D94}" srcOrd="0" destOrd="0" presId="urn:microsoft.com/office/officeart/2008/layout/PictureStrips"/>
    <dgm:cxn modelId="{FDA22B0C-A1AC-437B-ABC3-F74EF2F01D9E}" type="presParOf" srcId="{6A41058D-4677-4FD8-BECB-9296484661B5}" destId="{4EF72D1E-144D-4CAC-8564-1B3AE3D92AF7}" srcOrd="0" destOrd="0" presId="urn:microsoft.com/office/officeart/2008/layout/PictureStrips"/>
    <dgm:cxn modelId="{7645BFCB-5D61-4707-81DE-EBD923F039D6}" type="presParOf" srcId="{4EF72D1E-144D-4CAC-8564-1B3AE3D92AF7}" destId="{867B67BC-78A2-4E2F-85DA-56A1DCAEC41B}" srcOrd="0" destOrd="0" presId="urn:microsoft.com/office/officeart/2008/layout/PictureStrips"/>
    <dgm:cxn modelId="{30E7E741-690E-46C8-BEBC-1315C2B6556F}" type="presParOf" srcId="{4EF72D1E-144D-4CAC-8564-1B3AE3D92AF7}" destId="{1F167970-C582-47CA-ADAD-835B499839E3}" srcOrd="1" destOrd="0" presId="urn:microsoft.com/office/officeart/2008/layout/PictureStrips"/>
    <dgm:cxn modelId="{C3EB1ED7-51A1-4B68-B9C5-BD488B89493D}" type="presParOf" srcId="{6A41058D-4677-4FD8-BECB-9296484661B5}" destId="{20D75ED5-3345-467A-A8AC-1D45BFEE91A8}" srcOrd="1" destOrd="0" presId="urn:microsoft.com/office/officeart/2008/layout/PictureStrips"/>
    <dgm:cxn modelId="{667BB5BF-F06C-4227-B1D2-CB81F16F349F}" type="presParOf" srcId="{6A41058D-4677-4FD8-BECB-9296484661B5}" destId="{FCC27FF7-C4F2-4935-BD13-FE0EF23DDB3A}" srcOrd="2" destOrd="0" presId="urn:microsoft.com/office/officeart/2008/layout/PictureStrips"/>
    <dgm:cxn modelId="{4B391975-E0AF-440A-B8F6-F543B9690459}" type="presParOf" srcId="{FCC27FF7-C4F2-4935-BD13-FE0EF23DDB3A}" destId="{A3E0A5F2-1F4A-4A12-8889-60950C8714A5}" srcOrd="0" destOrd="0" presId="urn:microsoft.com/office/officeart/2008/layout/PictureStrips"/>
    <dgm:cxn modelId="{BBCCD2DB-7336-4C00-8352-BB6B0E0BD5B7}" type="presParOf" srcId="{FCC27FF7-C4F2-4935-BD13-FE0EF23DDB3A}" destId="{F683975F-F3A0-4988-B4F5-B0CA275B0A36}" srcOrd="1" destOrd="0" presId="urn:microsoft.com/office/officeart/2008/layout/PictureStrips"/>
    <dgm:cxn modelId="{13ED9477-07DD-47BE-AEBE-8394AA7461D0}" type="presParOf" srcId="{6A41058D-4677-4FD8-BECB-9296484661B5}" destId="{D2265EC1-FDA3-4FFF-B334-AB16BE0A2AC4}" srcOrd="3" destOrd="0" presId="urn:microsoft.com/office/officeart/2008/layout/PictureStrips"/>
    <dgm:cxn modelId="{4D7D4CB5-5652-4EF8-BB30-6E00FCC0C206}" type="presParOf" srcId="{6A41058D-4677-4FD8-BECB-9296484661B5}" destId="{74079256-A073-4A1A-ABAD-753C89BAA246}" srcOrd="4" destOrd="0" presId="urn:microsoft.com/office/officeart/2008/layout/PictureStrips"/>
    <dgm:cxn modelId="{29B2F787-5FA4-492E-BD8D-2BFDB3A59DFC}" type="presParOf" srcId="{74079256-A073-4A1A-ABAD-753C89BAA246}" destId="{6C85DBB7-992D-4D56-BF96-30F4042E79FE}" srcOrd="0" destOrd="0" presId="urn:microsoft.com/office/officeart/2008/layout/PictureStrips"/>
    <dgm:cxn modelId="{B5B62096-8FE4-41E2-A102-6E2DD9CA9BE2}" type="presParOf" srcId="{74079256-A073-4A1A-ABAD-753C89BAA246}" destId="{35468109-75D1-42DF-B41C-9EC369556876}" srcOrd="1" destOrd="0" presId="urn:microsoft.com/office/officeart/2008/layout/PictureStrips"/>
    <dgm:cxn modelId="{7D24387C-ABA3-423C-B253-D4CEFFB2C504}" type="presParOf" srcId="{6A41058D-4677-4FD8-BECB-9296484661B5}" destId="{56036D66-6BD8-49FA-9526-7B83AF010F7C}" srcOrd="5" destOrd="0" presId="urn:microsoft.com/office/officeart/2008/layout/PictureStrips"/>
    <dgm:cxn modelId="{6F4023F2-55A6-4193-839D-F9210EB74C98}" type="presParOf" srcId="{6A41058D-4677-4FD8-BECB-9296484661B5}" destId="{0CC602DD-E12C-424C-898F-745FC8C1B609}" srcOrd="6" destOrd="0" presId="urn:microsoft.com/office/officeart/2008/layout/PictureStrips"/>
    <dgm:cxn modelId="{71DBDC7D-70BF-42DC-83EA-F03B5A5348EB}" type="presParOf" srcId="{0CC602DD-E12C-424C-898F-745FC8C1B609}" destId="{82C2B146-C659-444A-A5F3-D8B7D8903C83}" srcOrd="0" destOrd="0" presId="urn:microsoft.com/office/officeart/2008/layout/PictureStrips"/>
    <dgm:cxn modelId="{5E34F921-551C-4D9E-882C-F5D984E94812}" type="presParOf" srcId="{0CC602DD-E12C-424C-898F-745FC8C1B609}" destId="{435CAD1F-187F-4162-ABA1-D10B2E39BB54}" srcOrd="1" destOrd="0" presId="urn:microsoft.com/office/officeart/2008/layout/PictureStrips"/>
    <dgm:cxn modelId="{901A60E0-DF69-478A-AFB2-D947CE770F8F}" type="presParOf" srcId="{6A41058D-4677-4FD8-BECB-9296484661B5}" destId="{42401620-4FA6-4857-A4D8-42F9E10EFECE}" srcOrd="7" destOrd="0" presId="urn:microsoft.com/office/officeart/2008/layout/PictureStrips"/>
    <dgm:cxn modelId="{FCD7C71E-4094-443A-BDB7-E5D0A4BA82EC}" type="presParOf" srcId="{6A41058D-4677-4FD8-BECB-9296484661B5}" destId="{B22EE0A3-E9D6-46B2-BC83-566E69E06DC2}" srcOrd="8" destOrd="0" presId="urn:microsoft.com/office/officeart/2008/layout/PictureStrips"/>
    <dgm:cxn modelId="{1478920F-25B3-47B2-BBE3-815150C99958}" type="presParOf" srcId="{B22EE0A3-E9D6-46B2-BC83-566E69E06DC2}" destId="{72C15F4E-87DD-43D9-973A-73C64BFDAEB0}" srcOrd="0" destOrd="0" presId="urn:microsoft.com/office/officeart/2008/layout/PictureStrips"/>
    <dgm:cxn modelId="{35599F90-91D3-4B62-9A99-05FB81E6A2C5}" type="presParOf" srcId="{B22EE0A3-E9D6-46B2-BC83-566E69E06DC2}" destId="{2C46DF2B-8216-4F76-BACE-0E0AA933F634}" srcOrd="1" destOrd="0" presId="urn:microsoft.com/office/officeart/2008/layout/PictureStrips"/>
    <dgm:cxn modelId="{31B3A7C6-E4D0-4D71-BF59-E999A3B151B5}" type="presParOf" srcId="{6A41058D-4677-4FD8-BECB-9296484661B5}" destId="{A6257BF9-5828-408B-B47E-1DE7D3AD40AF}" srcOrd="9" destOrd="0" presId="urn:microsoft.com/office/officeart/2008/layout/PictureStrips"/>
    <dgm:cxn modelId="{ABB0ECBB-9DDD-41FC-96F7-181BEE666988}" type="presParOf" srcId="{6A41058D-4677-4FD8-BECB-9296484661B5}" destId="{24E31976-D324-479A-A765-01A7F6089567}" srcOrd="10" destOrd="0" presId="urn:microsoft.com/office/officeart/2008/layout/PictureStrips"/>
    <dgm:cxn modelId="{B3C18CE6-836B-4E49-A884-020B0AAC4C35}" type="presParOf" srcId="{24E31976-D324-479A-A765-01A7F6089567}" destId="{5BBCDDDF-0689-4DE6-BA07-A689A2E03276}" srcOrd="0" destOrd="0" presId="urn:microsoft.com/office/officeart/2008/layout/PictureStrips"/>
    <dgm:cxn modelId="{4BC86FCC-10A7-431C-A733-04FB3037E3E2}" type="presParOf" srcId="{24E31976-D324-479A-A765-01A7F6089567}" destId="{A4A7DD99-CA70-4032-B435-BCEBAEE7C925}" srcOrd="1" destOrd="0" presId="urn:microsoft.com/office/officeart/2008/layout/PictureStrips"/>
    <dgm:cxn modelId="{1A16AB62-14AF-46B7-B7FC-8B6E3E626E56}" type="presParOf" srcId="{6A41058D-4677-4FD8-BECB-9296484661B5}" destId="{50AAE731-EFBD-4281-8546-59D32177A9C7}" srcOrd="11" destOrd="0" presId="urn:microsoft.com/office/officeart/2008/layout/PictureStrips"/>
    <dgm:cxn modelId="{0536980A-42BC-4B11-B5CB-AA9B33693E93}" type="presParOf" srcId="{6A41058D-4677-4FD8-BECB-9296484661B5}" destId="{7D7D4197-74FA-4135-8238-3620E5609EDB}" srcOrd="12" destOrd="0" presId="urn:microsoft.com/office/officeart/2008/layout/PictureStrips"/>
    <dgm:cxn modelId="{7DD8AB30-8B1B-4EB4-A2D7-77389649D989}" type="presParOf" srcId="{7D7D4197-74FA-4135-8238-3620E5609EDB}" destId="{279845B6-3EC0-451E-89E6-836B44A0A9ED}" srcOrd="0" destOrd="0" presId="urn:microsoft.com/office/officeart/2008/layout/PictureStrips"/>
    <dgm:cxn modelId="{1B96E4C8-4D63-4137-912C-A8BC7888E2A2}" type="presParOf" srcId="{7D7D4197-74FA-4135-8238-3620E5609EDB}" destId="{C32B4916-A216-4677-9145-596A50A9A4E8}" srcOrd="1" destOrd="0" presId="urn:microsoft.com/office/officeart/2008/layout/PictureStrips"/>
    <dgm:cxn modelId="{4C8C84F1-561E-4E41-B041-E36BD0310DC1}" type="presParOf" srcId="{6A41058D-4677-4FD8-BECB-9296484661B5}" destId="{0B021F96-2B6A-48E3-9936-29E502C465C9}" srcOrd="13" destOrd="0" presId="urn:microsoft.com/office/officeart/2008/layout/PictureStrips"/>
    <dgm:cxn modelId="{113EEF05-C27B-4E15-8F1D-BF402C0DFB3F}" type="presParOf" srcId="{6A41058D-4677-4FD8-BECB-9296484661B5}" destId="{D1F4C5D7-E4AD-4BC9-AB19-07CAE2DA4ADA}" srcOrd="14" destOrd="0" presId="urn:microsoft.com/office/officeart/2008/layout/PictureStrips"/>
    <dgm:cxn modelId="{10C4DE65-352B-479C-8300-0D69778DEDE8}" type="presParOf" srcId="{D1F4C5D7-E4AD-4BC9-AB19-07CAE2DA4ADA}" destId="{FF1B89EB-0517-48A7-A05C-E49C115CC896}" srcOrd="0" destOrd="0" presId="urn:microsoft.com/office/officeart/2008/layout/PictureStrips"/>
    <dgm:cxn modelId="{28C7E470-03F4-4032-A565-9D328A83F745}" type="presParOf" srcId="{D1F4C5D7-E4AD-4BC9-AB19-07CAE2DA4ADA}" destId="{DE0BD111-864D-4AB0-BE25-69417AFD824E}" srcOrd="1" destOrd="0" presId="urn:microsoft.com/office/officeart/2008/layout/PictureStrips"/>
    <dgm:cxn modelId="{0EAAD2AB-5BA3-471F-A156-E72F05496D98}" type="presParOf" srcId="{6A41058D-4677-4FD8-BECB-9296484661B5}" destId="{036E8B5E-C3BE-4DE7-AF18-D8169FE7E307}" srcOrd="15" destOrd="0" presId="urn:microsoft.com/office/officeart/2008/layout/PictureStrips"/>
    <dgm:cxn modelId="{FF7BC747-8EDF-473E-8926-89C2AB4C7552}" type="presParOf" srcId="{6A41058D-4677-4FD8-BECB-9296484661B5}" destId="{C1361D20-0B66-40C2-9CF8-F0AAB4DCC1F7}" srcOrd="16" destOrd="0" presId="urn:microsoft.com/office/officeart/2008/layout/PictureStrips"/>
    <dgm:cxn modelId="{49A3E12E-BCF9-450E-8286-39ABF2ADED95}" type="presParOf" srcId="{C1361D20-0B66-40C2-9CF8-F0AAB4DCC1F7}" destId="{2CAC6BA5-1154-450E-B450-7DE90B9262E4}" srcOrd="0" destOrd="0" presId="urn:microsoft.com/office/officeart/2008/layout/PictureStrips"/>
    <dgm:cxn modelId="{7D975143-AD20-4712-8E87-BC09946B74FC}" type="presParOf" srcId="{C1361D20-0B66-40C2-9CF8-F0AAB4DCC1F7}" destId="{F4D3F9DD-647C-46D2-820F-CE78F3810885}" srcOrd="1" destOrd="0" presId="urn:microsoft.com/office/officeart/2008/layout/PictureStrips"/>
    <dgm:cxn modelId="{DC60E25A-7117-4302-B3E1-855654719AD9}" type="presParOf" srcId="{6A41058D-4677-4FD8-BECB-9296484661B5}" destId="{848B2186-AC9B-4E07-805C-068CCE0C6B5A}" srcOrd="17" destOrd="0" presId="urn:microsoft.com/office/officeart/2008/layout/PictureStrips"/>
    <dgm:cxn modelId="{5AFC0496-F7FA-42CA-8907-7EEEF88CC862}" type="presParOf" srcId="{6A41058D-4677-4FD8-BECB-9296484661B5}" destId="{41F52CB0-0A63-4749-B970-9900C05778E9}" srcOrd="18" destOrd="0" presId="urn:microsoft.com/office/officeart/2008/layout/PictureStrips"/>
    <dgm:cxn modelId="{CE56A56D-9E20-4014-AFB1-7E88E2456729}" type="presParOf" srcId="{41F52CB0-0A63-4749-B970-9900C05778E9}" destId="{9C6993C9-1A8A-4E1B-9551-C9A95EBBE568}" srcOrd="0" destOrd="0" presId="urn:microsoft.com/office/officeart/2008/layout/PictureStrips"/>
    <dgm:cxn modelId="{82903D57-D321-4AF7-97C6-8494933916C0}" type="presParOf" srcId="{41F52CB0-0A63-4749-B970-9900C05778E9}" destId="{8F35CA91-AB55-4095-B976-0AEB0721ECEE}" srcOrd="1" destOrd="0" presId="urn:microsoft.com/office/officeart/2008/layout/PictureStrips"/>
    <dgm:cxn modelId="{CE117437-4E2E-42D6-968E-8A6CCDF56AE3}" type="presParOf" srcId="{6A41058D-4677-4FD8-BECB-9296484661B5}" destId="{4BAE4A63-8F3C-4F77-BC68-821492B8DF77}" srcOrd="19" destOrd="0" presId="urn:microsoft.com/office/officeart/2008/layout/PictureStrips"/>
    <dgm:cxn modelId="{564AEE99-86F6-4DFF-89C7-B8795AD7AC0E}" type="presParOf" srcId="{6A41058D-4677-4FD8-BECB-9296484661B5}" destId="{8734053E-8C2C-4549-8F53-D5D01D90A3DF}" srcOrd="20" destOrd="0" presId="urn:microsoft.com/office/officeart/2008/layout/PictureStrips"/>
    <dgm:cxn modelId="{B8F1DF16-595C-4952-BE52-E850F3BDF6A8}" type="presParOf" srcId="{8734053E-8C2C-4549-8F53-D5D01D90A3DF}" destId="{D618D6CC-9804-4A1F-B8D0-AF8B08231D94}" srcOrd="0" destOrd="0" presId="urn:microsoft.com/office/officeart/2008/layout/PictureStrips"/>
    <dgm:cxn modelId="{7B4208F5-B45F-4B11-AD1B-01738E8B311D}" type="presParOf" srcId="{8734053E-8C2C-4549-8F53-D5D01D90A3DF}" destId="{FD92E395-C5A0-4C44-99F6-D84876792A30}" srcOrd="1" destOrd="0" presId="urn:microsoft.com/office/officeart/2008/layout/PictureStrips"/>
    <dgm:cxn modelId="{C224539C-F69D-4FC3-A92D-43A4F53C4A9E}" type="presParOf" srcId="{6A41058D-4677-4FD8-BECB-9296484661B5}" destId="{CC8B3BBE-DCCF-49A7-A01D-DF6E0CCDE556}" srcOrd="21" destOrd="0" presId="urn:microsoft.com/office/officeart/2008/layout/PictureStrips"/>
    <dgm:cxn modelId="{4F799232-3C3C-4030-B567-D68DCDACCDC8}" type="presParOf" srcId="{6A41058D-4677-4FD8-BECB-9296484661B5}" destId="{E007E885-0FB1-4AAB-AA62-BD53C886AC09}" srcOrd="22" destOrd="0" presId="urn:microsoft.com/office/officeart/2008/layout/PictureStrips"/>
    <dgm:cxn modelId="{28BDDAAB-9C63-4127-B911-B050D2D9AF81}" type="presParOf" srcId="{E007E885-0FB1-4AAB-AA62-BD53C886AC09}" destId="{999F1FE7-9EAD-40AB-8CD3-B6C3E15DEE34}" srcOrd="0" destOrd="0" presId="urn:microsoft.com/office/officeart/2008/layout/PictureStrips"/>
    <dgm:cxn modelId="{43E50296-A712-4ECC-BA52-CB18B3636B78}" type="presParOf" srcId="{E007E885-0FB1-4AAB-AA62-BD53C886AC09}" destId="{F87D787A-711E-4528-AAF4-3B242F0B3A93}" srcOrd="1" destOrd="0" presId="urn:microsoft.com/office/officeart/2008/layout/PictureStrips"/>
    <dgm:cxn modelId="{E7FD7734-14A2-4539-9289-CC18BFD5432C}" type="presParOf" srcId="{6A41058D-4677-4FD8-BECB-9296484661B5}" destId="{0610B487-549D-46DB-84A4-3D057C35B56A}" srcOrd="23" destOrd="0" presId="urn:microsoft.com/office/officeart/2008/layout/PictureStrips"/>
    <dgm:cxn modelId="{E86347B4-90DF-4EE8-BF4B-14B9D7DF1BA1}" type="presParOf" srcId="{6A41058D-4677-4FD8-BECB-9296484661B5}" destId="{BEB5F218-4512-4952-AC3E-265FAA22011C}" srcOrd="24" destOrd="0" presId="urn:microsoft.com/office/officeart/2008/layout/PictureStrips"/>
    <dgm:cxn modelId="{4E4AD1A4-ACBE-42D9-B782-C17B8104CA68}" type="presParOf" srcId="{BEB5F218-4512-4952-AC3E-265FAA22011C}" destId="{CF65D320-39D5-4C06-A394-F649FED3607B}" srcOrd="0" destOrd="0" presId="urn:microsoft.com/office/officeart/2008/layout/PictureStrips"/>
    <dgm:cxn modelId="{4F326EF0-7DC8-478F-AF6D-5D639BB8687C}" type="presParOf" srcId="{BEB5F218-4512-4952-AC3E-265FAA22011C}" destId="{CD5C276E-F14A-4F02-B6D5-FDF938317C66}" srcOrd="1" destOrd="0" presId="urn:microsoft.com/office/officeart/2008/layout/PictureStrips"/>
    <dgm:cxn modelId="{3B7632C3-F78C-4007-BE2C-0C4D216C3B80}" type="presParOf" srcId="{6A41058D-4677-4FD8-BECB-9296484661B5}" destId="{52DE38F5-1756-4988-A3DB-769F3CC04855}" srcOrd="25" destOrd="0" presId="urn:microsoft.com/office/officeart/2008/layout/PictureStrips"/>
    <dgm:cxn modelId="{9716AF01-A7DC-418D-A4FE-25E8124501A5}" type="presParOf" srcId="{6A41058D-4677-4FD8-BECB-9296484661B5}" destId="{0CD68444-A67E-4133-B8AA-99C2AF914BE4}" srcOrd="26" destOrd="0" presId="urn:microsoft.com/office/officeart/2008/layout/PictureStrips"/>
    <dgm:cxn modelId="{F2EF6980-6C30-4E7C-9C7E-EC59205C1057}" type="presParOf" srcId="{0CD68444-A67E-4133-B8AA-99C2AF914BE4}" destId="{7E46E625-2675-448C-A953-4A8B21C7DB74}" srcOrd="0" destOrd="0" presId="urn:microsoft.com/office/officeart/2008/layout/PictureStrips"/>
    <dgm:cxn modelId="{D33E5E17-6FE4-4400-B526-F6CBF71A27FB}" type="presParOf" srcId="{0CD68444-A67E-4133-B8AA-99C2AF914BE4}" destId="{5C648517-28A1-4ED3-B82A-585A518CE3DC}" srcOrd="1" destOrd="0" presId="urn:microsoft.com/office/officeart/2008/layout/PictureStrips"/>
    <dgm:cxn modelId="{E6418676-64E0-4F6B-B8AF-58A6E91F2B8C}" type="presParOf" srcId="{6A41058D-4677-4FD8-BECB-9296484661B5}" destId="{65FFBD07-A7C2-4D22-9BE9-1B8B4D964123}" srcOrd="27" destOrd="0" presId="urn:microsoft.com/office/officeart/2008/layout/PictureStrips"/>
    <dgm:cxn modelId="{0007F414-DD45-4737-87EE-2E5B73E15556}" type="presParOf" srcId="{6A41058D-4677-4FD8-BECB-9296484661B5}" destId="{FF504809-3E66-4E58-9F76-7A50409F08FD}" srcOrd="28" destOrd="0" presId="urn:microsoft.com/office/officeart/2008/layout/PictureStrips"/>
    <dgm:cxn modelId="{157C3C9F-6D41-4FC9-83E7-0D41FD432066}" type="presParOf" srcId="{FF504809-3E66-4E58-9F76-7A50409F08FD}" destId="{5767C50E-4572-43D8-ACE0-3F0C00A6B747}" srcOrd="0" destOrd="0" presId="urn:microsoft.com/office/officeart/2008/layout/PictureStrips"/>
    <dgm:cxn modelId="{B683ECFA-32AE-4A21-9963-698CF1776F26}" type="presParOf" srcId="{FF504809-3E66-4E58-9F76-7A50409F08FD}" destId="{6E935B71-3442-4B01-8C23-8BA439298CF1}" srcOrd="1" destOrd="0" presId="urn:microsoft.com/office/officeart/2008/layout/PictureStrips"/>
    <dgm:cxn modelId="{6E1564AF-36BD-4FC6-8D34-A17A61426601}" type="presParOf" srcId="{6A41058D-4677-4FD8-BECB-9296484661B5}" destId="{F197F642-64C3-4DA7-8283-82CF85B068B4}" srcOrd="29" destOrd="0" presId="urn:microsoft.com/office/officeart/2008/layout/PictureStrips"/>
    <dgm:cxn modelId="{3577FABD-23D6-4B14-9577-B99D3DBB99B7}" type="presParOf" srcId="{6A41058D-4677-4FD8-BECB-9296484661B5}" destId="{6764BB59-DDC6-4478-B186-74999A0B332A}" srcOrd="30" destOrd="0" presId="urn:microsoft.com/office/officeart/2008/layout/PictureStrips"/>
    <dgm:cxn modelId="{64D7B90B-B2CB-42E6-AADF-36D126CD676C}" type="presParOf" srcId="{6764BB59-DDC6-4478-B186-74999A0B332A}" destId="{D0565AF2-A6F6-4510-B51C-6FD43068ABAB}" srcOrd="0" destOrd="0" presId="urn:microsoft.com/office/officeart/2008/layout/PictureStrips"/>
    <dgm:cxn modelId="{B35440D1-48D1-48C0-A3C3-518AF3FC5EC5}" type="presParOf" srcId="{6764BB59-DDC6-4478-B186-74999A0B332A}" destId="{1176DB84-630A-4C8B-9642-FC18774164F4}" srcOrd="1" destOrd="0" presId="urn:microsoft.com/office/officeart/2008/layout/PictureStrips"/>
    <dgm:cxn modelId="{85D2ED34-CC57-4EE9-B59F-A6D159054726}" type="presParOf" srcId="{6A41058D-4677-4FD8-BECB-9296484661B5}" destId="{665BCEDC-6A24-4408-96F4-815703240BAD}" srcOrd="31" destOrd="0" presId="urn:microsoft.com/office/officeart/2008/layout/PictureStrips"/>
    <dgm:cxn modelId="{4263A648-2F51-415C-AB8C-679B7E3F3067}" type="presParOf" srcId="{6A41058D-4677-4FD8-BECB-9296484661B5}" destId="{98B07CE0-8596-4E70-9F0D-EAABD3D22C4F}" srcOrd="32" destOrd="0" presId="urn:microsoft.com/office/officeart/2008/layout/PictureStrips"/>
    <dgm:cxn modelId="{B7B07D8C-F088-4A5E-978D-54A5017E926B}" type="presParOf" srcId="{98B07CE0-8596-4E70-9F0D-EAABD3D22C4F}" destId="{B223599A-8D45-4514-8E43-164E7D092C46}" srcOrd="0" destOrd="0" presId="urn:microsoft.com/office/officeart/2008/layout/PictureStrips"/>
    <dgm:cxn modelId="{189C9135-7BB1-4B7E-A00C-75C21909B376}" type="presParOf" srcId="{98B07CE0-8596-4E70-9F0D-EAABD3D22C4F}" destId="{202C28A6-1428-4C58-8969-906441302634}" srcOrd="1" destOrd="0" presId="urn:microsoft.com/office/officeart/2008/layout/PictureStrips"/>
    <dgm:cxn modelId="{570C86A5-335A-4099-A75D-F40747011335}" type="presParOf" srcId="{6A41058D-4677-4FD8-BECB-9296484661B5}" destId="{5EACBF04-2357-485E-84A9-8084A1764EBE}" srcOrd="33" destOrd="0" presId="urn:microsoft.com/office/officeart/2008/layout/PictureStrips"/>
    <dgm:cxn modelId="{3757F769-16F1-4855-8E8A-7CD81581F359}" type="presParOf" srcId="{6A41058D-4677-4FD8-BECB-9296484661B5}" destId="{774446DB-E7A4-4AD2-86FC-9783DD490ACE}" srcOrd="34" destOrd="0" presId="urn:microsoft.com/office/officeart/2008/layout/PictureStrips"/>
    <dgm:cxn modelId="{22463ED9-89B3-4931-B374-3131F42478AE}" type="presParOf" srcId="{774446DB-E7A4-4AD2-86FC-9783DD490ACE}" destId="{90050D39-A06C-4287-A25A-5848356FFB76}" srcOrd="0" destOrd="0" presId="urn:microsoft.com/office/officeart/2008/layout/PictureStrips"/>
    <dgm:cxn modelId="{4CB9A421-D630-40C6-8DE9-7AEF9DA8C93F}" type="presParOf" srcId="{774446DB-E7A4-4AD2-86FC-9783DD490ACE}" destId="{AD7D0DD3-A849-464A-9787-A6DFB6CCDEF5}" srcOrd="1" destOrd="0" presId="urn:microsoft.com/office/officeart/2008/layout/PictureStrips"/>
    <dgm:cxn modelId="{5507A3B8-E926-48BA-8D51-1D8584BD4BE7}" type="presParOf" srcId="{6A41058D-4677-4FD8-BECB-9296484661B5}" destId="{2E044967-546F-422E-A91E-F592DC4F078D}" srcOrd="35" destOrd="0" presId="urn:microsoft.com/office/officeart/2008/layout/PictureStrips"/>
    <dgm:cxn modelId="{3BA0ABAA-C467-42E0-8712-BA5BF9622C10}" type="presParOf" srcId="{6A41058D-4677-4FD8-BECB-9296484661B5}" destId="{8A826468-C926-42EF-A163-9DEAC2774380}" srcOrd="36" destOrd="0" presId="urn:microsoft.com/office/officeart/2008/layout/PictureStrips"/>
    <dgm:cxn modelId="{BEC5BFA6-C42C-45EC-B577-CB4B64C79E84}" type="presParOf" srcId="{8A826468-C926-42EF-A163-9DEAC2774380}" destId="{8D2F8CA3-2FEC-473A-AEBE-C002932F90E8}" srcOrd="0" destOrd="0" presId="urn:microsoft.com/office/officeart/2008/layout/PictureStrips"/>
    <dgm:cxn modelId="{3F7A17B5-34B6-41E8-97A5-A3591AF136B3}" type="presParOf" srcId="{8A826468-C926-42EF-A163-9DEAC2774380}" destId="{DEC7581E-8295-47E1-8611-0F580C9FE58E}" srcOrd="1" destOrd="0" presId="urn:microsoft.com/office/officeart/2008/layout/PictureStrips"/>
  </dgm:cxnLst>
  <dgm:bg>
    <a:solidFill>
      <a:schemeClr val="tx1">
        <a:alpha val="70000"/>
      </a:schemeClr>
    </a:solidFill>
  </dgm:bg>
  <dgm:whole>
    <a:ln w="19050">
      <a:solidFill>
        <a:schemeClr val="bg1"/>
      </a:solidFill>
      <a:prstDash val="solid"/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866D2C-827E-4B7B-B206-6C17643B3F3E}" type="doc">
      <dgm:prSet loTypeId="urn:microsoft.com/office/officeart/2008/layout/PictureStrips" loCatId="pictur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D"/>
        </a:p>
      </dgm:t>
    </dgm:pt>
    <dgm:pt modelId="{7EE6785C-0723-47A0-AEA1-690EE1F7CABF}">
      <dgm:prSet phldrT="[Text]"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ADITYO CHRISNO DARMAWAN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CCFAF7AF-DD8E-4770-9E83-979E971562B9}" type="par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1A70C40-95EA-4978-AAFE-ABB18B6913C1}" type="sib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E4E4682-E5CC-4920-8E5B-7C151DBD32ED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AGUSTIANA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34FA7895-FA1E-4642-AA19-51CD6B002E28}" type="parTrans" cxnId="{D9C5012A-49A0-45B4-B24F-A2AD0346E65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6835D55-7EBD-4771-8595-AD1D60F7703D}" type="sibTrans" cxnId="{D9C5012A-49A0-45B4-B24F-A2AD0346E65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AF4FADA-A5A3-4386-81FC-C4B9EFF821A0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ANI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1D2F360D-4AFF-4197-BBAA-564187E0EAF0}" type="parTrans" cxnId="{4B97E2ED-122B-49E8-B65D-B0CE71AE60B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2F92125-A3F8-432C-ABA4-390E057340A5}" type="sibTrans" cxnId="{4B97E2ED-122B-49E8-B65D-B0CE71AE60B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B49D7E5-6916-4393-9FF4-EF23C22A35F3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AZWAR ACHMADI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4B8BACA6-5432-47EA-B422-91D901D412D6}" type="parTrans" cxnId="{7CE93CCF-B981-4816-9FD5-500BB6E9CDF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5B734D7-F214-43AE-A83A-DE1D447D8CE3}" type="sibTrans" cxnId="{7CE93CCF-B981-4816-9FD5-500BB6E9CDF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69A347C0-9990-4207-9B97-42DAB14ADCEA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DEWI KULSUM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72D2A0DF-1AF7-4298-8EFA-F5041D0A7544}" type="parTrans" cxnId="{E47DD755-C4D2-45E0-9757-80A1FE075BA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F132187-BF17-4AEE-8665-9BB2D1D64C56}" type="sibTrans" cxnId="{E47DD755-C4D2-45E0-9757-80A1FE075BA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38FE2D7-5276-4CA7-8F5B-23BB85EAFAF0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DIAN PERMATASARI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CAAB027B-325E-4613-B7FD-2A8B4F205FFA}" type="parTrans" cxnId="{84FF2CD2-C43E-4855-9D3A-643807E42528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428CD3FB-33C3-4390-AAA1-EC33F2BA9484}" type="sibTrans" cxnId="{84FF2CD2-C43E-4855-9D3A-643807E42528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9849E17-5419-4B82-8056-F9B4BEBDC71B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EKA DEA KRISTIYANTI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BC689E33-D266-433C-AE6E-1EC8D3912206}" type="parTrans" cxnId="{3B3C7286-7B66-4386-A31E-06A7E4550B5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9D02675-FC54-4CFD-B83C-4BABA598FE97}" type="sibTrans" cxnId="{3B3C7286-7B66-4386-A31E-06A7E4550B5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D6826B22-A313-4C1E-9E13-BAC660E968FC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HANDIANA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5B86BB8B-70DD-4BC7-BD57-1B64074D976A}" type="parTrans" cxnId="{2D5CEDE6-219D-46F3-BA44-EFD2B31C4C4B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BD58566-A808-41A8-AAA4-35996B660C7F}" type="sibTrans" cxnId="{2D5CEDE6-219D-46F3-BA44-EFD2B31C4C4B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D4F0BD7-994B-4A7F-8ABC-3430BE4E3F2F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IMANTA SURBAKTI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17B68BF2-52B4-425C-AA51-192C85CE20B6}" type="parTrans" cxnId="{64B8FA0E-FD9B-47B7-B10E-DF60DD84F43D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7871B4D-0785-45F0-B6D8-7E14AB7AD531}" type="sibTrans" cxnId="{64B8FA0E-FD9B-47B7-B10E-DF60DD84F43D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BD462A89-3000-4AE3-804E-887AAA5246EA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INDRA KAUSAR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BC661E89-4D59-4D9B-9884-3CBCC2BAD4EB}" type="parTrans" cxnId="{ED416167-4BFD-4A43-B910-BACF1DB5C08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BEF4D2C-7861-431C-AB60-26793980E936}" type="sibTrans" cxnId="{ED416167-4BFD-4A43-B910-BACF1DB5C08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6746B77-14D6-40A8-9AAB-980EB78B342E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JEJEN JAELANI FRIHATNA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AED1A3A0-7A32-49AB-9CD5-672E9885F12C}" type="parTrans" cxnId="{7A388A2C-8DF0-4B5E-B900-37DD46B2671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E38D25E-B262-4B5B-9CEF-7C1BDC667541}" type="sibTrans" cxnId="{7A388A2C-8DF0-4B5E-B900-37DD46B2671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4402931-92BE-4689-ADD6-AB06D0510453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MICKY MARTILOVA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D499A653-46CC-4BB5-ABB5-CCA35D91FBAC}" type="parTrans" cxnId="{A70A211D-F44E-4C0D-BD04-20C3F1379C5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E5B9053-D6FE-4969-8CF5-AFD5974A015F}" type="sibTrans" cxnId="{A70A211D-F44E-4C0D-BD04-20C3F1379C5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4F45209-3727-4CD5-959C-CA892B4AF67F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NANDANG HASANUDIN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464B6CA3-688C-42E9-86A2-73AA4C7101ED}" type="parTrans" cxnId="{470A8F1C-FE56-4DC9-BB24-96F58F24291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EE35241-B7C8-4926-948C-2DF6C55F2476}" type="sibTrans" cxnId="{470A8F1C-FE56-4DC9-BB24-96F58F24291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2ED0ED6-4845-4A98-80F3-9C4CBCC3EE31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NENIH JULIANI SAFITRI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8C8A025C-7BB0-4815-AADA-889A9F8EC53D}" type="parTrans" cxnId="{6A440D94-E085-47B5-B3FA-19D369415C6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9377B8B-AC77-40AE-99A1-4C13D37F54A3}" type="sibTrans" cxnId="{6A440D94-E085-47B5-B3FA-19D369415C6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0CA3D40-4ED1-495C-BC37-F8988B1B179C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RESKI ESHARI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48782682-2226-4179-96D0-30861D760AE2}" type="parTrans" cxnId="{EF2130D7-EAC5-409A-B196-6796165BF59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CE5F392-35E1-45FA-93F7-61F32ECC3A35}" type="sibTrans" cxnId="{EF2130D7-EAC5-409A-B196-6796165BF59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D5A664B-7223-466B-8159-2F6B8163E393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RIKA SUARTIKA SARI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454100C8-F7A8-4D32-A862-1AABDEB683BF}" type="parTrans" cxnId="{FCC33410-4866-4A19-8FA7-D0316A7DDC1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B0C1275-2CB1-4C19-AAA3-A4E7B0B8D626}" type="sibTrans" cxnId="{FCC33410-4866-4A19-8FA7-D0316A7DDC1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DE711E5B-DA00-4593-8ADA-AEFC24A7F800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RISKY ARYANA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5051D00D-18C2-432A-B11E-983ED02B42CA}" type="parTrans" cxnId="{7CEE4EE7-0096-4F53-AFFA-4A72292076A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70F3E1E-D85F-4C31-AA76-B594B5B73BE6}" type="sibTrans" cxnId="{7CEE4EE7-0096-4F53-AFFA-4A72292076A6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D8808295-FA3C-4A0B-8AD6-25F2D2E7CEE2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TIA SULASTRI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82BAAE21-E3EB-486D-9879-FE7851F29BEF}" type="parTrans" cxnId="{8391FF4C-04B2-4224-96A9-CC8A63C013A8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63C33D6-FE30-450F-9789-63F8D5F115FF}" type="sibTrans" cxnId="{8391FF4C-04B2-4224-96A9-CC8A63C013A8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DF15EE4-0E76-4778-AE7A-01A0422E1131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Widuri ludyaningrum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FEF76CB9-E259-4616-A7A9-6AD5DBA777DA}" type="parTrans" cxnId="{435DB735-222E-4ECE-ADC8-1067E45C48F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DC1A800-EA04-4130-A076-CF5A8FE9A776}" type="sibTrans" cxnId="{435DB735-222E-4ECE-ADC8-1067E45C48F4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5C371152-2AA7-4A34-A132-B9A7E6E719E1}">
      <dgm:prSet custT="1"/>
      <dgm:spPr/>
      <dgm:t>
        <a:bodyPr/>
        <a:lstStyle/>
        <a:p>
          <a:r>
            <a:rPr lang="en-ID" sz="500" b="1" dirty="0">
              <a:solidFill>
                <a:schemeClr val="bg1"/>
              </a:solidFill>
              <a:latin typeface="Comic Sans MS" pitchFamily="66" charset="0"/>
            </a:rPr>
            <a:t>MERY SULASTRI</a:t>
          </a:r>
        </a:p>
      </dgm:t>
    </dgm:pt>
    <dgm:pt modelId="{EEA7CB61-5F87-493C-9EC4-CCB35E4184E9}" type="parTrans" cxnId="{0972C059-C6F0-48FB-B13D-DA9D65DEEC9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5DEABF4-DDA4-4472-86FC-CB81D0255FE7}" type="sibTrans" cxnId="{0972C059-C6F0-48FB-B13D-DA9D65DEEC9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6A41058D-4677-4FD8-BECB-9296484661B5}" type="pres">
      <dgm:prSet presAssocID="{5C866D2C-827E-4B7B-B206-6C17643B3F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F72D1E-144D-4CAC-8564-1B3AE3D92AF7}" type="pres">
      <dgm:prSet presAssocID="{7EE6785C-0723-47A0-AEA1-690EE1F7CABF}" presName="composite" presStyleCnt="0"/>
      <dgm:spPr/>
    </dgm:pt>
    <dgm:pt modelId="{867B67BC-78A2-4E2F-85DA-56A1DCAEC41B}" type="pres">
      <dgm:prSet presAssocID="{7EE6785C-0723-47A0-AEA1-690EE1F7CABF}" presName="rect1" presStyleLbl="trAlignAcc1" presStyleIdx="0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67970-C582-47CA-ADAD-835B499839E3}" type="pres">
      <dgm:prSet presAssocID="{7EE6785C-0723-47A0-AEA1-690EE1F7CABF}" presName="rect2" presStyleLbl="fgImgPlace1" presStyleIdx="0" presStyleCnt="2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</dgm:spPr>
    </dgm:pt>
    <dgm:pt modelId="{20D75ED5-3345-467A-A8AC-1D45BFEE91A8}" type="pres">
      <dgm:prSet presAssocID="{81A70C40-95EA-4978-AAFE-ABB18B6913C1}" presName="sibTrans" presStyleCnt="0"/>
      <dgm:spPr/>
    </dgm:pt>
    <dgm:pt modelId="{6A776ED6-5957-496A-8EAA-1780702773F5}" type="pres">
      <dgm:prSet presAssocID="{8E4E4682-E5CC-4920-8E5B-7C151DBD32ED}" presName="composite" presStyleCnt="0"/>
      <dgm:spPr/>
    </dgm:pt>
    <dgm:pt modelId="{D5B4FE34-5D33-4902-926E-AF9751E5F54E}" type="pres">
      <dgm:prSet presAssocID="{8E4E4682-E5CC-4920-8E5B-7C151DBD32ED}" presName="rect1" presStyleLbl="trAlignAcc1" presStyleIdx="1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4E22F5-5BAE-4A9A-9DE2-9134A8893BEC}" type="pres">
      <dgm:prSet presAssocID="{8E4E4682-E5CC-4920-8E5B-7C151DBD32ED}" presName="rect2" presStyleLbl="fgImgPlace1" presStyleIdx="1" presStyleCnt="20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4E153E0B-2E6D-43AD-8771-16DB47F79056}" type="pres">
      <dgm:prSet presAssocID="{96835D55-7EBD-4771-8595-AD1D60F7703D}" presName="sibTrans" presStyleCnt="0"/>
      <dgm:spPr/>
    </dgm:pt>
    <dgm:pt modelId="{649FA4F7-AA51-45D1-AA53-8E80B579C881}" type="pres">
      <dgm:prSet presAssocID="{8AF4FADA-A5A3-4386-81FC-C4B9EFF821A0}" presName="composite" presStyleCnt="0"/>
      <dgm:spPr/>
    </dgm:pt>
    <dgm:pt modelId="{5165139D-BBD6-4952-9ACF-991EA67C2AFA}" type="pres">
      <dgm:prSet presAssocID="{8AF4FADA-A5A3-4386-81FC-C4B9EFF821A0}" presName="rect1" presStyleLbl="trAlignAcc1" presStyleIdx="2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552D4F-C35F-445D-BC14-A867E3B5A610}" type="pres">
      <dgm:prSet presAssocID="{8AF4FADA-A5A3-4386-81FC-C4B9EFF821A0}" presName="rect2" presStyleLbl="fgImgPlace1" presStyleIdx="2" presStyleCnt="20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8CF2DBCE-3018-48CA-ABF5-B02D0EE1811C}" type="pres">
      <dgm:prSet presAssocID="{12F92125-A3F8-432C-ABA4-390E057340A5}" presName="sibTrans" presStyleCnt="0"/>
      <dgm:spPr/>
    </dgm:pt>
    <dgm:pt modelId="{13F57C6E-9731-41A7-9436-1EB2E7959A0F}" type="pres">
      <dgm:prSet presAssocID="{2B49D7E5-6916-4393-9FF4-EF23C22A35F3}" presName="composite" presStyleCnt="0"/>
      <dgm:spPr/>
    </dgm:pt>
    <dgm:pt modelId="{3B253592-EC0F-49B8-9B5E-F66AB36BCD07}" type="pres">
      <dgm:prSet presAssocID="{2B49D7E5-6916-4393-9FF4-EF23C22A35F3}" presName="rect1" presStyleLbl="trAlignAcc1" presStyleIdx="3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B77EE0-EF87-482E-B115-D84FEFCA67C0}" type="pres">
      <dgm:prSet presAssocID="{2B49D7E5-6916-4393-9FF4-EF23C22A35F3}" presName="rect2" presStyleLbl="fgImgPlace1" presStyleIdx="3" presStyleCnt="20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7B490317-1CA6-443E-BFD0-B03D6BB0689A}" type="pres">
      <dgm:prSet presAssocID="{25B734D7-F214-43AE-A83A-DE1D447D8CE3}" presName="sibTrans" presStyleCnt="0"/>
      <dgm:spPr/>
    </dgm:pt>
    <dgm:pt modelId="{CDB90A16-DD85-435F-AB11-1CDD783C5141}" type="pres">
      <dgm:prSet presAssocID="{69A347C0-9990-4207-9B97-42DAB14ADCEA}" presName="composite" presStyleCnt="0"/>
      <dgm:spPr/>
    </dgm:pt>
    <dgm:pt modelId="{8547F3EC-C8AD-44FA-AC92-EE86F99D1C08}" type="pres">
      <dgm:prSet presAssocID="{69A347C0-9990-4207-9B97-42DAB14ADCEA}" presName="rect1" presStyleLbl="trAlignAcc1" presStyleIdx="4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082924-7741-4752-A8C2-69079996AE85}" type="pres">
      <dgm:prSet presAssocID="{69A347C0-9990-4207-9B97-42DAB14ADCEA}" presName="rect2" presStyleLbl="fgImgPlace1" presStyleIdx="4" presStyleCnt="20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7EA04C7E-B295-4E26-8A2D-C3E0DD714E5A}" type="pres">
      <dgm:prSet presAssocID="{1F132187-BF17-4AEE-8665-9BB2D1D64C56}" presName="sibTrans" presStyleCnt="0"/>
      <dgm:spPr/>
    </dgm:pt>
    <dgm:pt modelId="{D7917926-109F-48DB-BABB-BC51E441A52C}" type="pres">
      <dgm:prSet presAssocID="{938FE2D7-5276-4CA7-8F5B-23BB85EAFAF0}" presName="composite" presStyleCnt="0"/>
      <dgm:spPr/>
    </dgm:pt>
    <dgm:pt modelId="{CB8D64C0-4796-4B80-B233-50BA495B3BE8}" type="pres">
      <dgm:prSet presAssocID="{938FE2D7-5276-4CA7-8F5B-23BB85EAFAF0}" presName="rect1" presStyleLbl="trAlignAcc1" presStyleIdx="5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EE4A57-3900-4326-A661-1A96B83616C5}" type="pres">
      <dgm:prSet presAssocID="{938FE2D7-5276-4CA7-8F5B-23BB85EAFAF0}" presName="rect2" presStyleLbl="fgImgPlace1" presStyleIdx="5" presStyleCnt="20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E5ED728B-AE85-4EBF-8120-8CF276DC9A24}" type="pres">
      <dgm:prSet presAssocID="{428CD3FB-33C3-4390-AAA1-EC33F2BA9484}" presName="sibTrans" presStyleCnt="0"/>
      <dgm:spPr/>
    </dgm:pt>
    <dgm:pt modelId="{A22D30A4-7420-4ACD-9D75-7E320FCE9382}" type="pres">
      <dgm:prSet presAssocID="{99849E17-5419-4B82-8056-F9B4BEBDC71B}" presName="composite" presStyleCnt="0"/>
      <dgm:spPr/>
    </dgm:pt>
    <dgm:pt modelId="{92C92B0D-C737-4534-BBAC-31B61F7D7DA3}" type="pres">
      <dgm:prSet presAssocID="{99849E17-5419-4B82-8056-F9B4BEBDC71B}" presName="rect1" presStyleLbl="trAlignAcc1" presStyleIdx="6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BBAAE8-8537-4457-9BC6-D5D027EF66A0}" type="pres">
      <dgm:prSet presAssocID="{99849E17-5419-4B82-8056-F9B4BEBDC71B}" presName="rect2" presStyleLbl="fgImgPlace1" presStyleIdx="6" presStyleCnt="20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9CD17173-0043-4EBF-81EE-2A93FA1D5A68}" type="pres">
      <dgm:prSet presAssocID="{19D02675-FC54-4CFD-B83C-4BABA598FE97}" presName="sibTrans" presStyleCnt="0"/>
      <dgm:spPr/>
    </dgm:pt>
    <dgm:pt modelId="{7A5109DF-DB36-40B0-A26A-C1392AB4F44B}" type="pres">
      <dgm:prSet presAssocID="{D6826B22-A313-4C1E-9E13-BAC660E968FC}" presName="composite" presStyleCnt="0"/>
      <dgm:spPr/>
    </dgm:pt>
    <dgm:pt modelId="{A723BA27-4EF7-419D-B55E-B4C0CD73B78B}" type="pres">
      <dgm:prSet presAssocID="{D6826B22-A313-4C1E-9E13-BAC660E968FC}" presName="rect1" presStyleLbl="trAlignAcc1" presStyleIdx="7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504D87-C085-41A9-BD67-D86586A6EC23}" type="pres">
      <dgm:prSet presAssocID="{D6826B22-A313-4C1E-9E13-BAC660E968FC}" presName="rect2" presStyleLbl="fgImgPlace1" presStyleIdx="7" presStyleCnt="20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70CC262B-853A-429B-AEE7-D95F21E82B8B}" type="pres">
      <dgm:prSet presAssocID="{7BD58566-A808-41A8-AAA4-35996B660C7F}" presName="sibTrans" presStyleCnt="0"/>
      <dgm:spPr/>
    </dgm:pt>
    <dgm:pt modelId="{6E6D256E-7A46-4BA1-8257-DB251E94EE91}" type="pres">
      <dgm:prSet presAssocID="{FD4F0BD7-994B-4A7F-8ABC-3430BE4E3F2F}" presName="composite" presStyleCnt="0"/>
      <dgm:spPr/>
    </dgm:pt>
    <dgm:pt modelId="{7A36C8DD-099A-4012-B55F-8065B4AB539A}" type="pres">
      <dgm:prSet presAssocID="{FD4F0BD7-994B-4A7F-8ABC-3430BE4E3F2F}" presName="rect1" presStyleLbl="trAlignAcc1" presStyleIdx="8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AABCFA-F6E7-42A8-89E5-A9B055F3803E}" type="pres">
      <dgm:prSet presAssocID="{FD4F0BD7-994B-4A7F-8ABC-3430BE4E3F2F}" presName="rect2" presStyleLbl="fgImgPlace1" presStyleIdx="8" presStyleCnt="20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1BDD522E-4C12-41E2-B537-A206E9AEABF9}" type="pres">
      <dgm:prSet presAssocID="{87871B4D-0785-45F0-B6D8-7E14AB7AD531}" presName="sibTrans" presStyleCnt="0"/>
      <dgm:spPr/>
    </dgm:pt>
    <dgm:pt modelId="{92EAEB31-E4BC-4E29-9711-E2AFC440D79F}" type="pres">
      <dgm:prSet presAssocID="{5C371152-2AA7-4A34-A132-B9A7E6E719E1}" presName="composite" presStyleCnt="0"/>
      <dgm:spPr/>
    </dgm:pt>
    <dgm:pt modelId="{4FD1ECBC-9DBB-41CB-A264-7A98135C01D9}" type="pres">
      <dgm:prSet presAssocID="{5C371152-2AA7-4A34-A132-B9A7E6E719E1}" presName="rect1" presStyleLbl="trAlignAcc1" presStyleIdx="9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1E7A67-A81A-42A1-B09D-79A7033F99A8}" type="pres">
      <dgm:prSet presAssocID="{5C371152-2AA7-4A34-A132-B9A7E6E719E1}" presName="rect2" presStyleLbl="fgImgPlace1" presStyleIdx="9" presStyleCnt="20"/>
      <dgm:spPr>
        <a:blipFill>
          <a:blip xmlns:r="http://schemas.openxmlformats.org/officeDocument/2006/relationships" r:embed="rId10"/>
          <a:srcRect/>
          <a:stretch>
            <a:fillRect l="-6000" r="-6000"/>
          </a:stretch>
        </a:blipFill>
      </dgm:spPr>
    </dgm:pt>
    <dgm:pt modelId="{B68E1923-DF15-4083-B7CA-295966303D38}" type="pres">
      <dgm:prSet presAssocID="{85DEABF4-DDA4-4472-86FC-CB81D0255FE7}" presName="sibTrans" presStyleCnt="0"/>
      <dgm:spPr/>
    </dgm:pt>
    <dgm:pt modelId="{3DEEEA6D-C2BB-4746-AE98-A3ECBFB18970}" type="pres">
      <dgm:prSet presAssocID="{BD462A89-3000-4AE3-804E-887AAA5246EA}" presName="composite" presStyleCnt="0"/>
      <dgm:spPr/>
    </dgm:pt>
    <dgm:pt modelId="{0EDBD399-8E31-4108-A6AD-C197298C1D60}" type="pres">
      <dgm:prSet presAssocID="{BD462A89-3000-4AE3-804E-887AAA5246EA}" presName="rect1" presStyleLbl="trAlignAcc1" presStyleIdx="10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1BBF69-AA22-4F1C-A156-3C7E3B3D9B76}" type="pres">
      <dgm:prSet presAssocID="{BD462A89-3000-4AE3-804E-887AAA5246EA}" presName="rect2" presStyleLbl="fgImgPlace1" presStyleIdx="10" presStyleCnt="20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5AE2F95-4503-4D2E-81C0-7A794D4DA82E}" type="pres">
      <dgm:prSet presAssocID="{9BEF4D2C-7861-431C-AB60-26793980E936}" presName="sibTrans" presStyleCnt="0"/>
      <dgm:spPr/>
    </dgm:pt>
    <dgm:pt modelId="{7BA76C69-EB86-4249-93A8-4398A6B934D7}" type="pres">
      <dgm:prSet presAssocID="{86746B77-14D6-40A8-9AAB-980EB78B342E}" presName="composite" presStyleCnt="0"/>
      <dgm:spPr/>
    </dgm:pt>
    <dgm:pt modelId="{02B2AD49-6537-4F33-8E17-839210C6107A}" type="pres">
      <dgm:prSet presAssocID="{86746B77-14D6-40A8-9AAB-980EB78B342E}" presName="rect1" presStyleLbl="trAlignAcc1" presStyleIdx="11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026179-6783-4DC8-A7DF-B57D4D1BF7DB}" type="pres">
      <dgm:prSet presAssocID="{86746B77-14D6-40A8-9AAB-980EB78B342E}" presName="rect2" presStyleLbl="fgImgPlace1" presStyleIdx="11" presStyleCnt="20"/>
      <dgm:spPr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EF945EF1-5459-44E9-95FB-EABEA7AA34C0}" type="pres">
      <dgm:prSet presAssocID="{0E38D25E-B262-4B5B-9CEF-7C1BDC667541}" presName="sibTrans" presStyleCnt="0"/>
      <dgm:spPr/>
    </dgm:pt>
    <dgm:pt modelId="{AD7C37A3-F08F-4134-9FDB-124307C3EA48}" type="pres">
      <dgm:prSet presAssocID="{74402931-92BE-4689-ADD6-AB06D0510453}" presName="composite" presStyleCnt="0"/>
      <dgm:spPr/>
    </dgm:pt>
    <dgm:pt modelId="{0AB5E598-3A2E-4B3C-A5BD-D53E43FF0E07}" type="pres">
      <dgm:prSet presAssocID="{74402931-92BE-4689-ADD6-AB06D0510453}" presName="rect1" presStyleLbl="trAlignAcc1" presStyleIdx="12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28EBE7-8BD6-4D82-9C82-97BDA510404D}" type="pres">
      <dgm:prSet presAssocID="{74402931-92BE-4689-ADD6-AB06D0510453}" presName="rect2" presStyleLbl="fgImgPlace1" presStyleIdx="12" presStyleCnt="20"/>
      <dgm:spPr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ADDD0DC8-49C6-4A39-87B5-0CB4745FB92D}" type="pres">
      <dgm:prSet presAssocID="{3E5B9053-D6FE-4969-8CF5-AFD5974A015F}" presName="sibTrans" presStyleCnt="0"/>
      <dgm:spPr/>
    </dgm:pt>
    <dgm:pt modelId="{CA508D9F-7E25-4E1F-B690-61E490703A74}" type="pres">
      <dgm:prSet presAssocID="{34F45209-3727-4CD5-959C-CA892B4AF67F}" presName="composite" presStyleCnt="0"/>
      <dgm:spPr/>
    </dgm:pt>
    <dgm:pt modelId="{724BDC18-92D1-4723-BCAC-9B93FA303206}" type="pres">
      <dgm:prSet presAssocID="{34F45209-3727-4CD5-959C-CA892B4AF67F}" presName="rect1" presStyleLbl="trAlignAcc1" presStyleIdx="13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FADFD9-C38A-46A6-B4A9-78175EBF2F92}" type="pres">
      <dgm:prSet presAssocID="{34F45209-3727-4CD5-959C-CA892B4AF67F}" presName="rect2" presStyleLbl="fgImgPlace1" presStyleIdx="13" presStyleCnt="20"/>
      <dgm:spPr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811D2F73-CC60-4B30-A414-A9752652075F}" type="pres">
      <dgm:prSet presAssocID="{8EE35241-B7C8-4926-948C-2DF6C55F2476}" presName="sibTrans" presStyleCnt="0"/>
      <dgm:spPr/>
    </dgm:pt>
    <dgm:pt modelId="{09D728EC-3C6D-4F4D-8E33-B3F4840A4E18}" type="pres">
      <dgm:prSet presAssocID="{F2ED0ED6-4845-4A98-80F3-9C4CBCC3EE31}" presName="composite" presStyleCnt="0"/>
      <dgm:spPr/>
    </dgm:pt>
    <dgm:pt modelId="{0C851605-DB56-49A8-9ABB-5B3BFEB6830A}" type="pres">
      <dgm:prSet presAssocID="{F2ED0ED6-4845-4A98-80F3-9C4CBCC3EE31}" presName="rect1" presStyleLbl="trAlignAcc1" presStyleIdx="14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316FF1-AF6C-4CE1-80E3-84E695635206}" type="pres">
      <dgm:prSet presAssocID="{F2ED0ED6-4845-4A98-80F3-9C4CBCC3EE31}" presName="rect2" presStyleLbl="fgImgPlace1" presStyleIdx="14" presStyleCnt="20"/>
      <dgm:spPr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6ADC564-BB60-49C3-9B59-BBC3786750BE}" type="pres">
      <dgm:prSet presAssocID="{39377B8B-AC77-40AE-99A1-4C13D37F54A3}" presName="sibTrans" presStyleCnt="0"/>
      <dgm:spPr/>
    </dgm:pt>
    <dgm:pt modelId="{CC893963-70DC-4FB7-8799-78A97263C530}" type="pres">
      <dgm:prSet presAssocID="{30CA3D40-4ED1-495C-BC37-F8988B1B179C}" presName="composite" presStyleCnt="0"/>
      <dgm:spPr/>
    </dgm:pt>
    <dgm:pt modelId="{BBB1A067-6C51-4D4B-9074-B6A7644A7329}" type="pres">
      <dgm:prSet presAssocID="{30CA3D40-4ED1-495C-BC37-F8988B1B179C}" presName="rect1" presStyleLbl="trAlignAcc1" presStyleIdx="15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45C5E7-50CB-4273-9A7B-B8117608C81E}" type="pres">
      <dgm:prSet presAssocID="{30CA3D40-4ED1-495C-BC37-F8988B1B179C}" presName="rect2" presStyleLbl="fgImgPlace1" presStyleIdx="15" presStyleCnt="20"/>
      <dgm:spPr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2DC37430-D092-4DA0-8DA0-4BF447D84386}" type="pres">
      <dgm:prSet presAssocID="{CCE5F392-35E1-45FA-93F7-61F32ECC3A35}" presName="sibTrans" presStyleCnt="0"/>
      <dgm:spPr/>
    </dgm:pt>
    <dgm:pt modelId="{102A0C5C-312F-49D0-8F5E-46CF9A3451D2}" type="pres">
      <dgm:prSet presAssocID="{ED5A664B-7223-466B-8159-2F6B8163E393}" presName="composite" presStyleCnt="0"/>
      <dgm:spPr/>
    </dgm:pt>
    <dgm:pt modelId="{BD6B39E6-C2E2-4492-AA38-39BC667F7A12}" type="pres">
      <dgm:prSet presAssocID="{ED5A664B-7223-466B-8159-2F6B8163E393}" presName="rect1" presStyleLbl="trAlignAcc1" presStyleIdx="16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95835B-A40E-4EAD-BFBF-67BDB0F14B64}" type="pres">
      <dgm:prSet presAssocID="{ED5A664B-7223-466B-8159-2F6B8163E393}" presName="rect2" presStyleLbl="fgImgPlace1" presStyleIdx="16" presStyleCnt="20"/>
      <dgm:spPr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5BCFFDC1-AD46-4232-ADF2-13A9AC6D652F}" type="pres">
      <dgm:prSet presAssocID="{1B0C1275-2CB1-4C19-AAA3-A4E7B0B8D626}" presName="sibTrans" presStyleCnt="0"/>
      <dgm:spPr/>
    </dgm:pt>
    <dgm:pt modelId="{61A6881B-B5F2-476D-94A2-2AA0C095559A}" type="pres">
      <dgm:prSet presAssocID="{DE711E5B-DA00-4593-8ADA-AEFC24A7F800}" presName="composite" presStyleCnt="0"/>
      <dgm:spPr/>
    </dgm:pt>
    <dgm:pt modelId="{A451F21E-BBA5-4CE1-9068-27B7B557ECB2}" type="pres">
      <dgm:prSet presAssocID="{DE711E5B-DA00-4593-8ADA-AEFC24A7F800}" presName="rect1" presStyleLbl="trAlignAcc1" presStyleIdx="17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B20744-8745-49B3-9E02-1889116D32FC}" type="pres">
      <dgm:prSet presAssocID="{DE711E5B-DA00-4593-8ADA-AEFC24A7F800}" presName="rect2" presStyleLbl="fgImgPlace1" presStyleIdx="17" presStyleCnt="20"/>
      <dgm:spPr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F4F29634-35B1-47F1-8F1F-931B7E06AF6A}" type="pres">
      <dgm:prSet presAssocID="{F70F3E1E-D85F-4C31-AA76-B594B5B73BE6}" presName="sibTrans" presStyleCnt="0"/>
      <dgm:spPr/>
    </dgm:pt>
    <dgm:pt modelId="{6E5CF3EB-DE73-4B2B-90F9-4B1AFDDC816F}" type="pres">
      <dgm:prSet presAssocID="{D8808295-FA3C-4A0B-8AD6-25F2D2E7CEE2}" presName="composite" presStyleCnt="0"/>
      <dgm:spPr/>
    </dgm:pt>
    <dgm:pt modelId="{5B34F449-5D35-4BEF-8AAB-04B9DE403751}" type="pres">
      <dgm:prSet presAssocID="{D8808295-FA3C-4A0B-8AD6-25F2D2E7CEE2}" presName="rect1" presStyleLbl="trAlignAcc1" presStyleIdx="18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140D02-1A06-4541-9156-1F194EE75A5B}" type="pres">
      <dgm:prSet presAssocID="{D8808295-FA3C-4A0B-8AD6-25F2D2E7CEE2}" presName="rect2" presStyleLbl="fgImgPlace1" presStyleIdx="18" presStyleCnt="20"/>
      <dgm:spPr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4BCF950A-5B92-4EBD-9B65-7DC0178534B4}" type="pres">
      <dgm:prSet presAssocID="{E63C33D6-FE30-450F-9789-63F8D5F115FF}" presName="sibTrans" presStyleCnt="0"/>
      <dgm:spPr/>
    </dgm:pt>
    <dgm:pt modelId="{D6295EA7-419B-40DD-BE8F-5BE44B788699}" type="pres">
      <dgm:prSet presAssocID="{0DF15EE4-0E76-4778-AE7A-01A0422E1131}" presName="composite" presStyleCnt="0"/>
      <dgm:spPr/>
    </dgm:pt>
    <dgm:pt modelId="{24D0A2D9-E2AA-4DEE-86AE-BF09D9A41E36}" type="pres">
      <dgm:prSet presAssocID="{0DF15EE4-0E76-4778-AE7A-01A0422E1131}" presName="rect1" presStyleLbl="trAlignAcc1" presStyleIdx="19" presStyleCnt="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4D1FD4-D4C8-4A14-9920-EF89175D5C2E}" type="pres">
      <dgm:prSet presAssocID="{0DF15EE4-0E76-4778-AE7A-01A0422E1131}" presName="rect2" presStyleLbl="fgImgPlace1" presStyleIdx="19" presStyleCnt="20"/>
      <dgm:spPr>
        <a:blipFill>
          <a:blip xmlns:r="http://schemas.openxmlformats.org/officeDocument/2006/relationships"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</dgm:ptLst>
  <dgm:cxnLst>
    <dgm:cxn modelId="{3B3C7286-7B66-4386-A31E-06A7E4550B56}" srcId="{5C866D2C-827E-4B7B-B206-6C17643B3F3E}" destId="{99849E17-5419-4B82-8056-F9B4BEBDC71B}" srcOrd="6" destOrd="0" parTransId="{BC689E33-D266-433C-AE6E-1EC8D3912206}" sibTransId="{19D02675-FC54-4CFD-B83C-4BABA598FE97}"/>
    <dgm:cxn modelId="{435DB735-222E-4ECE-ADC8-1067E45C48F4}" srcId="{5C866D2C-827E-4B7B-B206-6C17643B3F3E}" destId="{0DF15EE4-0E76-4778-AE7A-01A0422E1131}" srcOrd="19" destOrd="0" parTransId="{FEF76CB9-E259-4616-A7A9-6AD5DBA777DA}" sibTransId="{2DC1A800-EA04-4130-A076-CF5A8FE9A776}"/>
    <dgm:cxn modelId="{4B97E2ED-122B-49E8-B65D-B0CE71AE60BF}" srcId="{5C866D2C-827E-4B7B-B206-6C17643B3F3E}" destId="{8AF4FADA-A5A3-4386-81FC-C4B9EFF821A0}" srcOrd="2" destOrd="0" parTransId="{1D2F360D-4AFF-4197-BBAA-564187E0EAF0}" sibTransId="{12F92125-A3F8-432C-ABA4-390E057340A5}"/>
    <dgm:cxn modelId="{0972C059-C6F0-48FB-B13D-DA9D65DEEC93}" srcId="{5C866D2C-827E-4B7B-B206-6C17643B3F3E}" destId="{5C371152-2AA7-4A34-A132-B9A7E6E719E1}" srcOrd="9" destOrd="0" parTransId="{EEA7CB61-5F87-493C-9EC4-CCB35E4184E9}" sibTransId="{85DEABF4-DDA4-4472-86FC-CB81D0255FE7}"/>
    <dgm:cxn modelId="{2D5CEDE6-219D-46F3-BA44-EFD2B31C4C4B}" srcId="{5C866D2C-827E-4B7B-B206-6C17643B3F3E}" destId="{D6826B22-A313-4C1E-9E13-BAC660E968FC}" srcOrd="7" destOrd="0" parTransId="{5B86BB8B-70DD-4BC7-BD57-1B64074D976A}" sibTransId="{7BD58566-A808-41A8-AAA4-35996B660C7F}"/>
    <dgm:cxn modelId="{F996F4B5-0C22-42C2-852F-130404CE9F9E}" type="presOf" srcId="{D6826B22-A313-4C1E-9E13-BAC660E968FC}" destId="{A723BA27-4EF7-419D-B55E-B4C0CD73B78B}" srcOrd="0" destOrd="0" presId="urn:microsoft.com/office/officeart/2008/layout/PictureStrips"/>
    <dgm:cxn modelId="{D23707E3-9D7D-4169-98EA-7AF74301B120}" type="presOf" srcId="{34F45209-3727-4CD5-959C-CA892B4AF67F}" destId="{724BDC18-92D1-4723-BCAC-9B93FA303206}" srcOrd="0" destOrd="0" presId="urn:microsoft.com/office/officeart/2008/layout/PictureStrips"/>
    <dgm:cxn modelId="{AF216805-BCFE-45FC-B216-FFF9F12F6F55}" type="presOf" srcId="{30CA3D40-4ED1-495C-BC37-F8988B1B179C}" destId="{BBB1A067-6C51-4D4B-9074-B6A7644A7329}" srcOrd="0" destOrd="0" presId="urn:microsoft.com/office/officeart/2008/layout/PictureStrips"/>
    <dgm:cxn modelId="{347C91D7-26EB-4B0D-B548-78AD3E8C89A2}" srcId="{5C866D2C-827E-4B7B-B206-6C17643B3F3E}" destId="{7EE6785C-0723-47A0-AEA1-690EE1F7CABF}" srcOrd="0" destOrd="0" parTransId="{CCFAF7AF-DD8E-4770-9E83-979E971562B9}" sibTransId="{81A70C40-95EA-4978-AAFE-ABB18B6913C1}"/>
    <dgm:cxn modelId="{7A4D97F4-7BF5-4583-8EA8-0ACC95866767}" type="presOf" srcId="{5C866D2C-827E-4B7B-B206-6C17643B3F3E}" destId="{6A41058D-4677-4FD8-BECB-9296484661B5}" srcOrd="0" destOrd="0" presId="urn:microsoft.com/office/officeart/2008/layout/PictureStrips"/>
    <dgm:cxn modelId="{FCC33410-4866-4A19-8FA7-D0316A7DDC1A}" srcId="{5C866D2C-827E-4B7B-B206-6C17643B3F3E}" destId="{ED5A664B-7223-466B-8159-2F6B8163E393}" srcOrd="16" destOrd="0" parTransId="{454100C8-F7A8-4D32-A862-1AABDEB683BF}" sibTransId="{1B0C1275-2CB1-4C19-AAA3-A4E7B0B8D626}"/>
    <dgm:cxn modelId="{6A440D94-E085-47B5-B3FA-19D369415C66}" srcId="{5C866D2C-827E-4B7B-B206-6C17643B3F3E}" destId="{F2ED0ED6-4845-4A98-80F3-9C4CBCC3EE31}" srcOrd="14" destOrd="0" parTransId="{8C8A025C-7BB0-4815-AADA-889A9F8EC53D}" sibTransId="{39377B8B-AC77-40AE-99A1-4C13D37F54A3}"/>
    <dgm:cxn modelId="{7CEE4EE7-0096-4F53-AFFA-4A72292076A6}" srcId="{5C866D2C-827E-4B7B-B206-6C17643B3F3E}" destId="{DE711E5B-DA00-4593-8ADA-AEFC24A7F800}" srcOrd="17" destOrd="0" parTransId="{5051D00D-18C2-432A-B11E-983ED02B42CA}" sibTransId="{F70F3E1E-D85F-4C31-AA76-B594B5B73BE6}"/>
    <dgm:cxn modelId="{D9C5012A-49A0-45B4-B24F-A2AD0346E655}" srcId="{5C866D2C-827E-4B7B-B206-6C17643B3F3E}" destId="{8E4E4682-E5CC-4920-8E5B-7C151DBD32ED}" srcOrd="1" destOrd="0" parTransId="{34FA7895-FA1E-4642-AA19-51CD6B002E28}" sibTransId="{96835D55-7EBD-4771-8595-AD1D60F7703D}"/>
    <dgm:cxn modelId="{64B8FA0E-FD9B-47B7-B10E-DF60DD84F43D}" srcId="{5C866D2C-827E-4B7B-B206-6C17643B3F3E}" destId="{FD4F0BD7-994B-4A7F-8ABC-3430BE4E3F2F}" srcOrd="8" destOrd="0" parTransId="{17B68BF2-52B4-425C-AA51-192C85CE20B6}" sibTransId="{87871B4D-0785-45F0-B6D8-7E14AB7AD531}"/>
    <dgm:cxn modelId="{E7B4D72F-949A-4183-9DB9-A40280B6724C}" type="presOf" srcId="{0DF15EE4-0E76-4778-AE7A-01A0422E1131}" destId="{24D0A2D9-E2AA-4DEE-86AE-BF09D9A41E36}" srcOrd="0" destOrd="0" presId="urn:microsoft.com/office/officeart/2008/layout/PictureStrips"/>
    <dgm:cxn modelId="{C46D70EF-D9DC-4BBE-8BBE-9E42DC5564CA}" type="presOf" srcId="{99849E17-5419-4B82-8056-F9B4BEBDC71B}" destId="{92C92B0D-C737-4534-BBAC-31B61F7D7DA3}" srcOrd="0" destOrd="0" presId="urn:microsoft.com/office/officeart/2008/layout/PictureStrips"/>
    <dgm:cxn modelId="{00A8225E-6BA2-4EE0-840F-65A6B520913A}" type="presOf" srcId="{D8808295-FA3C-4A0B-8AD6-25F2D2E7CEE2}" destId="{5B34F449-5D35-4BEF-8AAB-04B9DE403751}" srcOrd="0" destOrd="0" presId="urn:microsoft.com/office/officeart/2008/layout/PictureStrips"/>
    <dgm:cxn modelId="{021BFAE5-AC8E-4D65-B1CF-1C113F842B9D}" type="presOf" srcId="{8E4E4682-E5CC-4920-8E5B-7C151DBD32ED}" destId="{D5B4FE34-5D33-4902-926E-AF9751E5F54E}" srcOrd="0" destOrd="0" presId="urn:microsoft.com/office/officeart/2008/layout/PictureStrips"/>
    <dgm:cxn modelId="{470A8F1C-FE56-4DC9-BB24-96F58F242917}" srcId="{5C866D2C-827E-4B7B-B206-6C17643B3F3E}" destId="{34F45209-3727-4CD5-959C-CA892B4AF67F}" srcOrd="13" destOrd="0" parTransId="{464B6CA3-688C-42E9-86A2-73AA4C7101ED}" sibTransId="{8EE35241-B7C8-4926-948C-2DF6C55F2476}"/>
    <dgm:cxn modelId="{A70A211D-F44E-4C0D-BD04-20C3F1379C52}" srcId="{5C866D2C-827E-4B7B-B206-6C17643B3F3E}" destId="{74402931-92BE-4689-ADD6-AB06D0510453}" srcOrd="12" destOrd="0" parTransId="{D499A653-46CC-4BB5-ABB5-CCA35D91FBAC}" sibTransId="{3E5B9053-D6FE-4969-8CF5-AFD5974A015F}"/>
    <dgm:cxn modelId="{ED11782B-7E8B-4D20-996E-A8E2320E7C0E}" type="presOf" srcId="{8AF4FADA-A5A3-4386-81FC-C4B9EFF821A0}" destId="{5165139D-BBD6-4952-9ACF-991EA67C2AFA}" srcOrd="0" destOrd="0" presId="urn:microsoft.com/office/officeart/2008/layout/PictureStrips"/>
    <dgm:cxn modelId="{0588C1F3-16B9-454A-98B2-E6712BDD2FD8}" type="presOf" srcId="{938FE2D7-5276-4CA7-8F5B-23BB85EAFAF0}" destId="{CB8D64C0-4796-4B80-B233-50BA495B3BE8}" srcOrd="0" destOrd="0" presId="urn:microsoft.com/office/officeart/2008/layout/PictureStrips"/>
    <dgm:cxn modelId="{FCCD8296-E37D-4771-AE25-E31807678E6C}" type="presOf" srcId="{F2ED0ED6-4845-4A98-80F3-9C4CBCC3EE31}" destId="{0C851605-DB56-49A8-9ABB-5B3BFEB6830A}" srcOrd="0" destOrd="0" presId="urn:microsoft.com/office/officeart/2008/layout/PictureStrips"/>
    <dgm:cxn modelId="{ED416167-4BFD-4A43-B910-BACF1DB5C085}" srcId="{5C866D2C-827E-4B7B-B206-6C17643B3F3E}" destId="{BD462A89-3000-4AE3-804E-887AAA5246EA}" srcOrd="10" destOrd="0" parTransId="{BC661E89-4D59-4D9B-9884-3CBCC2BAD4EB}" sibTransId="{9BEF4D2C-7861-431C-AB60-26793980E936}"/>
    <dgm:cxn modelId="{7DFAAD18-738D-4A95-AB32-673BB5C84E6C}" type="presOf" srcId="{5C371152-2AA7-4A34-A132-B9A7E6E719E1}" destId="{4FD1ECBC-9DBB-41CB-A264-7A98135C01D9}" srcOrd="0" destOrd="0" presId="urn:microsoft.com/office/officeart/2008/layout/PictureStrips"/>
    <dgm:cxn modelId="{D2626FA3-F312-4C95-AC36-04EC76D4E388}" type="presOf" srcId="{2B49D7E5-6916-4393-9FF4-EF23C22A35F3}" destId="{3B253592-EC0F-49B8-9B5E-F66AB36BCD07}" srcOrd="0" destOrd="0" presId="urn:microsoft.com/office/officeart/2008/layout/PictureStrips"/>
    <dgm:cxn modelId="{EF2130D7-EAC5-409A-B196-6796165BF59F}" srcId="{5C866D2C-827E-4B7B-B206-6C17643B3F3E}" destId="{30CA3D40-4ED1-495C-BC37-F8988B1B179C}" srcOrd="15" destOrd="0" parTransId="{48782682-2226-4179-96D0-30861D760AE2}" sibTransId="{CCE5F392-35E1-45FA-93F7-61F32ECC3A35}"/>
    <dgm:cxn modelId="{7CE93CCF-B981-4816-9FD5-500BB6E9CDFA}" srcId="{5C866D2C-827E-4B7B-B206-6C17643B3F3E}" destId="{2B49D7E5-6916-4393-9FF4-EF23C22A35F3}" srcOrd="3" destOrd="0" parTransId="{4B8BACA6-5432-47EA-B422-91D901D412D6}" sibTransId="{25B734D7-F214-43AE-A83A-DE1D447D8CE3}"/>
    <dgm:cxn modelId="{D42FA671-D473-483B-B07C-4414DF6487AC}" type="presOf" srcId="{FD4F0BD7-994B-4A7F-8ABC-3430BE4E3F2F}" destId="{7A36C8DD-099A-4012-B55F-8065B4AB539A}" srcOrd="0" destOrd="0" presId="urn:microsoft.com/office/officeart/2008/layout/PictureStrips"/>
    <dgm:cxn modelId="{7A388A2C-8DF0-4B5E-B900-37DD46B26719}" srcId="{5C866D2C-827E-4B7B-B206-6C17643B3F3E}" destId="{86746B77-14D6-40A8-9AAB-980EB78B342E}" srcOrd="11" destOrd="0" parTransId="{AED1A3A0-7A32-49AB-9CD5-672E9885F12C}" sibTransId="{0E38D25E-B262-4B5B-9CEF-7C1BDC667541}"/>
    <dgm:cxn modelId="{20A0D754-B40F-4E0A-908C-7B811FEFC514}" type="presOf" srcId="{86746B77-14D6-40A8-9AAB-980EB78B342E}" destId="{02B2AD49-6537-4F33-8E17-839210C6107A}" srcOrd="0" destOrd="0" presId="urn:microsoft.com/office/officeart/2008/layout/PictureStrips"/>
    <dgm:cxn modelId="{D228ABBF-1270-459D-BFF6-CCFA2A0AB153}" type="presOf" srcId="{69A347C0-9990-4207-9B97-42DAB14ADCEA}" destId="{8547F3EC-C8AD-44FA-AC92-EE86F99D1C08}" srcOrd="0" destOrd="0" presId="urn:microsoft.com/office/officeart/2008/layout/PictureStrips"/>
    <dgm:cxn modelId="{E47DD755-C4D2-45E0-9757-80A1FE075BA6}" srcId="{5C866D2C-827E-4B7B-B206-6C17643B3F3E}" destId="{69A347C0-9990-4207-9B97-42DAB14ADCEA}" srcOrd="4" destOrd="0" parTransId="{72D2A0DF-1AF7-4298-8EFA-F5041D0A7544}" sibTransId="{1F132187-BF17-4AEE-8665-9BB2D1D64C56}"/>
    <dgm:cxn modelId="{0556F8C2-8237-4873-9CD4-C31BD8ED3252}" type="presOf" srcId="{BD462A89-3000-4AE3-804E-887AAA5246EA}" destId="{0EDBD399-8E31-4108-A6AD-C197298C1D60}" srcOrd="0" destOrd="0" presId="urn:microsoft.com/office/officeart/2008/layout/PictureStrips"/>
    <dgm:cxn modelId="{CA5DA9AF-77F6-4C8B-8A6F-2693BAD866C2}" type="presOf" srcId="{DE711E5B-DA00-4593-8ADA-AEFC24A7F800}" destId="{A451F21E-BBA5-4CE1-9068-27B7B557ECB2}" srcOrd="0" destOrd="0" presId="urn:microsoft.com/office/officeart/2008/layout/PictureStrips"/>
    <dgm:cxn modelId="{C3A5751A-19B3-460A-8237-C53E524E60FD}" type="presOf" srcId="{7EE6785C-0723-47A0-AEA1-690EE1F7CABF}" destId="{867B67BC-78A2-4E2F-85DA-56A1DCAEC41B}" srcOrd="0" destOrd="0" presId="urn:microsoft.com/office/officeart/2008/layout/PictureStrips"/>
    <dgm:cxn modelId="{8391FF4C-04B2-4224-96A9-CC8A63C013A8}" srcId="{5C866D2C-827E-4B7B-B206-6C17643B3F3E}" destId="{D8808295-FA3C-4A0B-8AD6-25F2D2E7CEE2}" srcOrd="18" destOrd="0" parTransId="{82BAAE21-E3EB-486D-9879-FE7851F29BEF}" sibTransId="{E63C33D6-FE30-450F-9789-63F8D5F115FF}"/>
    <dgm:cxn modelId="{84FF2CD2-C43E-4855-9D3A-643807E42528}" srcId="{5C866D2C-827E-4B7B-B206-6C17643B3F3E}" destId="{938FE2D7-5276-4CA7-8F5B-23BB85EAFAF0}" srcOrd="5" destOrd="0" parTransId="{CAAB027B-325E-4613-B7FD-2A8B4F205FFA}" sibTransId="{428CD3FB-33C3-4390-AAA1-EC33F2BA9484}"/>
    <dgm:cxn modelId="{5A36769C-8B2E-4247-AB3A-21C729C32934}" type="presOf" srcId="{ED5A664B-7223-466B-8159-2F6B8163E393}" destId="{BD6B39E6-C2E2-4492-AA38-39BC667F7A12}" srcOrd="0" destOrd="0" presId="urn:microsoft.com/office/officeart/2008/layout/PictureStrips"/>
    <dgm:cxn modelId="{E4EF9A61-3C2A-48B3-B829-7981589D9C35}" type="presOf" srcId="{74402931-92BE-4689-ADD6-AB06D0510453}" destId="{0AB5E598-3A2E-4B3C-A5BD-D53E43FF0E07}" srcOrd="0" destOrd="0" presId="urn:microsoft.com/office/officeart/2008/layout/PictureStrips"/>
    <dgm:cxn modelId="{FDA22B0C-A1AC-437B-ABC3-F74EF2F01D9E}" type="presParOf" srcId="{6A41058D-4677-4FD8-BECB-9296484661B5}" destId="{4EF72D1E-144D-4CAC-8564-1B3AE3D92AF7}" srcOrd="0" destOrd="0" presId="urn:microsoft.com/office/officeart/2008/layout/PictureStrips"/>
    <dgm:cxn modelId="{7645BFCB-5D61-4707-81DE-EBD923F039D6}" type="presParOf" srcId="{4EF72D1E-144D-4CAC-8564-1B3AE3D92AF7}" destId="{867B67BC-78A2-4E2F-85DA-56A1DCAEC41B}" srcOrd="0" destOrd="0" presId="urn:microsoft.com/office/officeart/2008/layout/PictureStrips"/>
    <dgm:cxn modelId="{30E7E741-690E-46C8-BEBC-1315C2B6556F}" type="presParOf" srcId="{4EF72D1E-144D-4CAC-8564-1B3AE3D92AF7}" destId="{1F167970-C582-47CA-ADAD-835B499839E3}" srcOrd="1" destOrd="0" presId="urn:microsoft.com/office/officeart/2008/layout/PictureStrips"/>
    <dgm:cxn modelId="{C3EB1ED7-51A1-4B68-B9C5-BD488B89493D}" type="presParOf" srcId="{6A41058D-4677-4FD8-BECB-9296484661B5}" destId="{20D75ED5-3345-467A-A8AC-1D45BFEE91A8}" srcOrd="1" destOrd="0" presId="urn:microsoft.com/office/officeart/2008/layout/PictureStrips"/>
    <dgm:cxn modelId="{BDABC078-BD45-48CF-BEF5-F87A33BA94F5}" type="presParOf" srcId="{6A41058D-4677-4FD8-BECB-9296484661B5}" destId="{6A776ED6-5957-496A-8EAA-1780702773F5}" srcOrd="2" destOrd="0" presId="urn:microsoft.com/office/officeart/2008/layout/PictureStrips"/>
    <dgm:cxn modelId="{F9B0F299-9566-42D9-800D-BCEA375EC3B9}" type="presParOf" srcId="{6A776ED6-5957-496A-8EAA-1780702773F5}" destId="{D5B4FE34-5D33-4902-926E-AF9751E5F54E}" srcOrd="0" destOrd="0" presId="urn:microsoft.com/office/officeart/2008/layout/PictureStrips"/>
    <dgm:cxn modelId="{4E8C606C-BA50-4AAC-88C3-6655711C6FAF}" type="presParOf" srcId="{6A776ED6-5957-496A-8EAA-1780702773F5}" destId="{664E22F5-5BAE-4A9A-9DE2-9134A8893BEC}" srcOrd="1" destOrd="0" presId="urn:microsoft.com/office/officeart/2008/layout/PictureStrips"/>
    <dgm:cxn modelId="{7DD9D576-109C-4B6B-BF1C-759EBDF14A1D}" type="presParOf" srcId="{6A41058D-4677-4FD8-BECB-9296484661B5}" destId="{4E153E0B-2E6D-43AD-8771-16DB47F79056}" srcOrd="3" destOrd="0" presId="urn:microsoft.com/office/officeart/2008/layout/PictureStrips"/>
    <dgm:cxn modelId="{36466871-EFF6-4BDD-9EC1-DE14A0B3D8F7}" type="presParOf" srcId="{6A41058D-4677-4FD8-BECB-9296484661B5}" destId="{649FA4F7-AA51-45D1-AA53-8E80B579C881}" srcOrd="4" destOrd="0" presId="urn:microsoft.com/office/officeart/2008/layout/PictureStrips"/>
    <dgm:cxn modelId="{E6121989-D766-435A-A9F1-0536B72BF443}" type="presParOf" srcId="{649FA4F7-AA51-45D1-AA53-8E80B579C881}" destId="{5165139D-BBD6-4952-9ACF-991EA67C2AFA}" srcOrd="0" destOrd="0" presId="urn:microsoft.com/office/officeart/2008/layout/PictureStrips"/>
    <dgm:cxn modelId="{F6D4F6C2-7F5F-4AC4-B635-1496071FFCFD}" type="presParOf" srcId="{649FA4F7-AA51-45D1-AA53-8E80B579C881}" destId="{E3552D4F-C35F-445D-BC14-A867E3B5A610}" srcOrd="1" destOrd="0" presId="urn:microsoft.com/office/officeart/2008/layout/PictureStrips"/>
    <dgm:cxn modelId="{1526EB22-7C41-40C8-9723-13A539C71397}" type="presParOf" srcId="{6A41058D-4677-4FD8-BECB-9296484661B5}" destId="{8CF2DBCE-3018-48CA-ABF5-B02D0EE1811C}" srcOrd="5" destOrd="0" presId="urn:microsoft.com/office/officeart/2008/layout/PictureStrips"/>
    <dgm:cxn modelId="{889E359E-A3B1-478C-8F90-043C59616EDE}" type="presParOf" srcId="{6A41058D-4677-4FD8-BECB-9296484661B5}" destId="{13F57C6E-9731-41A7-9436-1EB2E7959A0F}" srcOrd="6" destOrd="0" presId="urn:microsoft.com/office/officeart/2008/layout/PictureStrips"/>
    <dgm:cxn modelId="{3D179D61-031B-4427-BB49-A2BAC0B0E290}" type="presParOf" srcId="{13F57C6E-9731-41A7-9436-1EB2E7959A0F}" destId="{3B253592-EC0F-49B8-9B5E-F66AB36BCD07}" srcOrd="0" destOrd="0" presId="urn:microsoft.com/office/officeart/2008/layout/PictureStrips"/>
    <dgm:cxn modelId="{69D197C1-F543-4BBA-8C8F-9C4228B8F895}" type="presParOf" srcId="{13F57C6E-9731-41A7-9436-1EB2E7959A0F}" destId="{80B77EE0-EF87-482E-B115-D84FEFCA67C0}" srcOrd="1" destOrd="0" presId="urn:microsoft.com/office/officeart/2008/layout/PictureStrips"/>
    <dgm:cxn modelId="{A7F4D57C-A98F-4B27-889A-90802DF7C8D7}" type="presParOf" srcId="{6A41058D-4677-4FD8-BECB-9296484661B5}" destId="{7B490317-1CA6-443E-BFD0-B03D6BB0689A}" srcOrd="7" destOrd="0" presId="urn:microsoft.com/office/officeart/2008/layout/PictureStrips"/>
    <dgm:cxn modelId="{7D3FA8AE-D244-4C09-AAD7-F86EAE9DC0C4}" type="presParOf" srcId="{6A41058D-4677-4FD8-BECB-9296484661B5}" destId="{CDB90A16-DD85-435F-AB11-1CDD783C5141}" srcOrd="8" destOrd="0" presId="urn:microsoft.com/office/officeart/2008/layout/PictureStrips"/>
    <dgm:cxn modelId="{6C80400E-5E71-4691-9E35-04ACA3BCF645}" type="presParOf" srcId="{CDB90A16-DD85-435F-AB11-1CDD783C5141}" destId="{8547F3EC-C8AD-44FA-AC92-EE86F99D1C08}" srcOrd="0" destOrd="0" presId="urn:microsoft.com/office/officeart/2008/layout/PictureStrips"/>
    <dgm:cxn modelId="{C21A7A6D-2880-47A9-9C10-F0A74537BA35}" type="presParOf" srcId="{CDB90A16-DD85-435F-AB11-1CDD783C5141}" destId="{59082924-7741-4752-A8C2-69079996AE85}" srcOrd="1" destOrd="0" presId="urn:microsoft.com/office/officeart/2008/layout/PictureStrips"/>
    <dgm:cxn modelId="{B95A7556-F513-4EC3-A577-E947589FC947}" type="presParOf" srcId="{6A41058D-4677-4FD8-BECB-9296484661B5}" destId="{7EA04C7E-B295-4E26-8A2D-C3E0DD714E5A}" srcOrd="9" destOrd="0" presId="urn:microsoft.com/office/officeart/2008/layout/PictureStrips"/>
    <dgm:cxn modelId="{C6049618-3732-49F1-92E5-E6EE6C8F3F0A}" type="presParOf" srcId="{6A41058D-4677-4FD8-BECB-9296484661B5}" destId="{D7917926-109F-48DB-BABB-BC51E441A52C}" srcOrd="10" destOrd="0" presId="urn:microsoft.com/office/officeart/2008/layout/PictureStrips"/>
    <dgm:cxn modelId="{A8BDAD70-BA1B-48FF-96D5-AE9825DC5A22}" type="presParOf" srcId="{D7917926-109F-48DB-BABB-BC51E441A52C}" destId="{CB8D64C0-4796-4B80-B233-50BA495B3BE8}" srcOrd="0" destOrd="0" presId="urn:microsoft.com/office/officeart/2008/layout/PictureStrips"/>
    <dgm:cxn modelId="{02B01DF7-B23E-4387-AD8A-ED6E9591228D}" type="presParOf" srcId="{D7917926-109F-48DB-BABB-BC51E441A52C}" destId="{48EE4A57-3900-4326-A661-1A96B83616C5}" srcOrd="1" destOrd="0" presId="urn:microsoft.com/office/officeart/2008/layout/PictureStrips"/>
    <dgm:cxn modelId="{3B122CA0-8BCC-4703-A7BC-7C20F7B43398}" type="presParOf" srcId="{6A41058D-4677-4FD8-BECB-9296484661B5}" destId="{E5ED728B-AE85-4EBF-8120-8CF276DC9A24}" srcOrd="11" destOrd="0" presId="urn:microsoft.com/office/officeart/2008/layout/PictureStrips"/>
    <dgm:cxn modelId="{6A440C11-5143-4D50-A195-97B64F5BD0BC}" type="presParOf" srcId="{6A41058D-4677-4FD8-BECB-9296484661B5}" destId="{A22D30A4-7420-4ACD-9D75-7E320FCE9382}" srcOrd="12" destOrd="0" presId="urn:microsoft.com/office/officeart/2008/layout/PictureStrips"/>
    <dgm:cxn modelId="{5518044C-7C48-4E18-8ED6-C2D2E0930797}" type="presParOf" srcId="{A22D30A4-7420-4ACD-9D75-7E320FCE9382}" destId="{92C92B0D-C737-4534-BBAC-31B61F7D7DA3}" srcOrd="0" destOrd="0" presId="urn:microsoft.com/office/officeart/2008/layout/PictureStrips"/>
    <dgm:cxn modelId="{8A160F56-3B31-4FD1-98DF-D22104AD1012}" type="presParOf" srcId="{A22D30A4-7420-4ACD-9D75-7E320FCE9382}" destId="{BFBBAAE8-8537-4457-9BC6-D5D027EF66A0}" srcOrd="1" destOrd="0" presId="urn:microsoft.com/office/officeart/2008/layout/PictureStrips"/>
    <dgm:cxn modelId="{6ABFC22F-9511-43C2-AD20-3AF5DC817191}" type="presParOf" srcId="{6A41058D-4677-4FD8-BECB-9296484661B5}" destId="{9CD17173-0043-4EBF-81EE-2A93FA1D5A68}" srcOrd="13" destOrd="0" presId="urn:microsoft.com/office/officeart/2008/layout/PictureStrips"/>
    <dgm:cxn modelId="{67D8468C-71EA-4A1B-866C-52E2F556FCEF}" type="presParOf" srcId="{6A41058D-4677-4FD8-BECB-9296484661B5}" destId="{7A5109DF-DB36-40B0-A26A-C1392AB4F44B}" srcOrd="14" destOrd="0" presId="urn:microsoft.com/office/officeart/2008/layout/PictureStrips"/>
    <dgm:cxn modelId="{1A1FA929-EEE6-4BFF-A3E6-5CAA5B898934}" type="presParOf" srcId="{7A5109DF-DB36-40B0-A26A-C1392AB4F44B}" destId="{A723BA27-4EF7-419D-B55E-B4C0CD73B78B}" srcOrd="0" destOrd="0" presId="urn:microsoft.com/office/officeart/2008/layout/PictureStrips"/>
    <dgm:cxn modelId="{DCCD9560-6033-46F3-A062-5F3CEE521C04}" type="presParOf" srcId="{7A5109DF-DB36-40B0-A26A-C1392AB4F44B}" destId="{12504D87-C085-41A9-BD67-D86586A6EC23}" srcOrd="1" destOrd="0" presId="urn:microsoft.com/office/officeart/2008/layout/PictureStrips"/>
    <dgm:cxn modelId="{C18FC607-BDD3-45FF-888C-BD7E732E8E7F}" type="presParOf" srcId="{6A41058D-4677-4FD8-BECB-9296484661B5}" destId="{70CC262B-853A-429B-AEE7-D95F21E82B8B}" srcOrd="15" destOrd="0" presId="urn:microsoft.com/office/officeart/2008/layout/PictureStrips"/>
    <dgm:cxn modelId="{8B3D1DD3-AFD7-4F0F-8CAB-47FC08397B9B}" type="presParOf" srcId="{6A41058D-4677-4FD8-BECB-9296484661B5}" destId="{6E6D256E-7A46-4BA1-8257-DB251E94EE91}" srcOrd="16" destOrd="0" presId="urn:microsoft.com/office/officeart/2008/layout/PictureStrips"/>
    <dgm:cxn modelId="{46B2893A-E40A-426B-B800-7624B841DEF9}" type="presParOf" srcId="{6E6D256E-7A46-4BA1-8257-DB251E94EE91}" destId="{7A36C8DD-099A-4012-B55F-8065B4AB539A}" srcOrd="0" destOrd="0" presId="urn:microsoft.com/office/officeart/2008/layout/PictureStrips"/>
    <dgm:cxn modelId="{A2208F26-2503-48BE-8625-7E8A4C1395F0}" type="presParOf" srcId="{6E6D256E-7A46-4BA1-8257-DB251E94EE91}" destId="{3BAABCFA-F6E7-42A8-89E5-A9B055F3803E}" srcOrd="1" destOrd="0" presId="urn:microsoft.com/office/officeart/2008/layout/PictureStrips"/>
    <dgm:cxn modelId="{E371C460-122A-4D1C-A9A2-F2ADB330F741}" type="presParOf" srcId="{6A41058D-4677-4FD8-BECB-9296484661B5}" destId="{1BDD522E-4C12-41E2-B537-A206E9AEABF9}" srcOrd="17" destOrd="0" presId="urn:microsoft.com/office/officeart/2008/layout/PictureStrips"/>
    <dgm:cxn modelId="{D2F99470-78B1-48FB-8AC4-ADA6501DCA63}" type="presParOf" srcId="{6A41058D-4677-4FD8-BECB-9296484661B5}" destId="{92EAEB31-E4BC-4E29-9711-E2AFC440D79F}" srcOrd="18" destOrd="0" presId="urn:microsoft.com/office/officeart/2008/layout/PictureStrips"/>
    <dgm:cxn modelId="{5F9F6D7F-F97E-4FE3-A0A7-542A604134B1}" type="presParOf" srcId="{92EAEB31-E4BC-4E29-9711-E2AFC440D79F}" destId="{4FD1ECBC-9DBB-41CB-A264-7A98135C01D9}" srcOrd="0" destOrd="0" presId="urn:microsoft.com/office/officeart/2008/layout/PictureStrips"/>
    <dgm:cxn modelId="{E5AEB798-96A7-4DC0-BF29-61458747A89D}" type="presParOf" srcId="{92EAEB31-E4BC-4E29-9711-E2AFC440D79F}" destId="{471E7A67-A81A-42A1-B09D-79A7033F99A8}" srcOrd="1" destOrd="0" presId="urn:microsoft.com/office/officeart/2008/layout/PictureStrips"/>
    <dgm:cxn modelId="{DFAB41C2-EC1E-43E8-925D-F829864A3B3D}" type="presParOf" srcId="{6A41058D-4677-4FD8-BECB-9296484661B5}" destId="{B68E1923-DF15-4083-B7CA-295966303D38}" srcOrd="19" destOrd="0" presId="urn:microsoft.com/office/officeart/2008/layout/PictureStrips"/>
    <dgm:cxn modelId="{B677CC0B-1631-45F4-9C4C-C0E90C4012C1}" type="presParOf" srcId="{6A41058D-4677-4FD8-BECB-9296484661B5}" destId="{3DEEEA6D-C2BB-4746-AE98-A3ECBFB18970}" srcOrd="20" destOrd="0" presId="urn:microsoft.com/office/officeart/2008/layout/PictureStrips"/>
    <dgm:cxn modelId="{97208C81-D026-4FB1-9CF0-E7367AE8FA2F}" type="presParOf" srcId="{3DEEEA6D-C2BB-4746-AE98-A3ECBFB18970}" destId="{0EDBD399-8E31-4108-A6AD-C197298C1D60}" srcOrd="0" destOrd="0" presId="urn:microsoft.com/office/officeart/2008/layout/PictureStrips"/>
    <dgm:cxn modelId="{B550AFC3-F866-411A-9514-945EE81A310A}" type="presParOf" srcId="{3DEEEA6D-C2BB-4746-AE98-A3ECBFB18970}" destId="{771BBF69-AA22-4F1C-A156-3C7E3B3D9B76}" srcOrd="1" destOrd="0" presId="urn:microsoft.com/office/officeart/2008/layout/PictureStrips"/>
    <dgm:cxn modelId="{7DCB99EF-6444-4290-A9E0-E0E09ED34865}" type="presParOf" srcId="{6A41058D-4677-4FD8-BECB-9296484661B5}" destId="{A5AE2F95-4503-4D2E-81C0-7A794D4DA82E}" srcOrd="21" destOrd="0" presId="urn:microsoft.com/office/officeart/2008/layout/PictureStrips"/>
    <dgm:cxn modelId="{7D45D534-65A1-4169-B898-F1BBDE793162}" type="presParOf" srcId="{6A41058D-4677-4FD8-BECB-9296484661B5}" destId="{7BA76C69-EB86-4249-93A8-4398A6B934D7}" srcOrd="22" destOrd="0" presId="urn:microsoft.com/office/officeart/2008/layout/PictureStrips"/>
    <dgm:cxn modelId="{5A7AFDA1-194E-41CD-BDA8-E0A5CE8050E9}" type="presParOf" srcId="{7BA76C69-EB86-4249-93A8-4398A6B934D7}" destId="{02B2AD49-6537-4F33-8E17-839210C6107A}" srcOrd="0" destOrd="0" presId="urn:microsoft.com/office/officeart/2008/layout/PictureStrips"/>
    <dgm:cxn modelId="{59E51CF8-6579-4AA3-A739-01D1338EA634}" type="presParOf" srcId="{7BA76C69-EB86-4249-93A8-4398A6B934D7}" destId="{08026179-6783-4DC8-A7DF-B57D4D1BF7DB}" srcOrd="1" destOrd="0" presId="urn:microsoft.com/office/officeart/2008/layout/PictureStrips"/>
    <dgm:cxn modelId="{9ADAE370-3575-4A21-A41F-27162B152597}" type="presParOf" srcId="{6A41058D-4677-4FD8-BECB-9296484661B5}" destId="{EF945EF1-5459-44E9-95FB-EABEA7AA34C0}" srcOrd="23" destOrd="0" presId="urn:microsoft.com/office/officeart/2008/layout/PictureStrips"/>
    <dgm:cxn modelId="{4E8D0603-075C-405D-9249-830263D7920D}" type="presParOf" srcId="{6A41058D-4677-4FD8-BECB-9296484661B5}" destId="{AD7C37A3-F08F-4134-9FDB-124307C3EA48}" srcOrd="24" destOrd="0" presId="urn:microsoft.com/office/officeart/2008/layout/PictureStrips"/>
    <dgm:cxn modelId="{8EC7D58B-2211-41E2-9D60-65A80569F18F}" type="presParOf" srcId="{AD7C37A3-F08F-4134-9FDB-124307C3EA48}" destId="{0AB5E598-3A2E-4B3C-A5BD-D53E43FF0E07}" srcOrd="0" destOrd="0" presId="urn:microsoft.com/office/officeart/2008/layout/PictureStrips"/>
    <dgm:cxn modelId="{C3E1D1CE-11B3-4066-B2C1-E1C88580BF7C}" type="presParOf" srcId="{AD7C37A3-F08F-4134-9FDB-124307C3EA48}" destId="{4128EBE7-8BD6-4D82-9C82-97BDA510404D}" srcOrd="1" destOrd="0" presId="urn:microsoft.com/office/officeart/2008/layout/PictureStrips"/>
    <dgm:cxn modelId="{ECFF62A7-8936-45CA-A902-7C953E77EF90}" type="presParOf" srcId="{6A41058D-4677-4FD8-BECB-9296484661B5}" destId="{ADDD0DC8-49C6-4A39-87B5-0CB4745FB92D}" srcOrd="25" destOrd="0" presId="urn:microsoft.com/office/officeart/2008/layout/PictureStrips"/>
    <dgm:cxn modelId="{E402DFFF-E2C1-466D-8F13-2A47D74ABC03}" type="presParOf" srcId="{6A41058D-4677-4FD8-BECB-9296484661B5}" destId="{CA508D9F-7E25-4E1F-B690-61E490703A74}" srcOrd="26" destOrd="0" presId="urn:microsoft.com/office/officeart/2008/layout/PictureStrips"/>
    <dgm:cxn modelId="{023879AB-8F88-48AD-93F5-E13333DE40C7}" type="presParOf" srcId="{CA508D9F-7E25-4E1F-B690-61E490703A74}" destId="{724BDC18-92D1-4723-BCAC-9B93FA303206}" srcOrd="0" destOrd="0" presId="urn:microsoft.com/office/officeart/2008/layout/PictureStrips"/>
    <dgm:cxn modelId="{D5512CC0-0351-44D0-8E7A-3DB59E829310}" type="presParOf" srcId="{CA508D9F-7E25-4E1F-B690-61E490703A74}" destId="{57FADFD9-C38A-46A6-B4A9-78175EBF2F92}" srcOrd="1" destOrd="0" presId="urn:microsoft.com/office/officeart/2008/layout/PictureStrips"/>
    <dgm:cxn modelId="{63ABE96F-9F74-40A8-AAC7-BB7D91188C67}" type="presParOf" srcId="{6A41058D-4677-4FD8-BECB-9296484661B5}" destId="{811D2F73-CC60-4B30-A414-A9752652075F}" srcOrd="27" destOrd="0" presId="urn:microsoft.com/office/officeart/2008/layout/PictureStrips"/>
    <dgm:cxn modelId="{684EC4AB-68A0-4BF2-9148-4629740E3166}" type="presParOf" srcId="{6A41058D-4677-4FD8-BECB-9296484661B5}" destId="{09D728EC-3C6D-4F4D-8E33-B3F4840A4E18}" srcOrd="28" destOrd="0" presId="urn:microsoft.com/office/officeart/2008/layout/PictureStrips"/>
    <dgm:cxn modelId="{F7360D8F-18AA-4ED0-A61E-E4FCDDAB3812}" type="presParOf" srcId="{09D728EC-3C6D-4F4D-8E33-B3F4840A4E18}" destId="{0C851605-DB56-49A8-9ABB-5B3BFEB6830A}" srcOrd="0" destOrd="0" presId="urn:microsoft.com/office/officeart/2008/layout/PictureStrips"/>
    <dgm:cxn modelId="{4425852C-B328-4A71-900F-40951527ABDC}" type="presParOf" srcId="{09D728EC-3C6D-4F4D-8E33-B3F4840A4E18}" destId="{88316FF1-AF6C-4CE1-80E3-84E695635206}" srcOrd="1" destOrd="0" presId="urn:microsoft.com/office/officeart/2008/layout/PictureStrips"/>
    <dgm:cxn modelId="{B7C42F54-A083-4829-BE49-60DA56132634}" type="presParOf" srcId="{6A41058D-4677-4FD8-BECB-9296484661B5}" destId="{56ADC564-BB60-49C3-9B59-BBC3786750BE}" srcOrd="29" destOrd="0" presId="urn:microsoft.com/office/officeart/2008/layout/PictureStrips"/>
    <dgm:cxn modelId="{4F5058CD-E314-4730-9C3A-71EC397D4C49}" type="presParOf" srcId="{6A41058D-4677-4FD8-BECB-9296484661B5}" destId="{CC893963-70DC-4FB7-8799-78A97263C530}" srcOrd="30" destOrd="0" presId="urn:microsoft.com/office/officeart/2008/layout/PictureStrips"/>
    <dgm:cxn modelId="{7DC1BFFF-4223-49D7-BA0F-09D8AF55B43C}" type="presParOf" srcId="{CC893963-70DC-4FB7-8799-78A97263C530}" destId="{BBB1A067-6C51-4D4B-9074-B6A7644A7329}" srcOrd="0" destOrd="0" presId="urn:microsoft.com/office/officeart/2008/layout/PictureStrips"/>
    <dgm:cxn modelId="{C0FAA3AF-11F5-4422-A448-471AB6AFC102}" type="presParOf" srcId="{CC893963-70DC-4FB7-8799-78A97263C530}" destId="{F445C5E7-50CB-4273-9A7B-B8117608C81E}" srcOrd="1" destOrd="0" presId="urn:microsoft.com/office/officeart/2008/layout/PictureStrips"/>
    <dgm:cxn modelId="{1212F6D3-D814-4CFC-8768-F0C8C5FF2A97}" type="presParOf" srcId="{6A41058D-4677-4FD8-BECB-9296484661B5}" destId="{2DC37430-D092-4DA0-8DA0-4BF447D84386}" srcOrd="31" destOrd="0" presId="urn:microsoft.com/office/officeart/2008/layout/PictureStrips"/>
    <dgm:cxn modelId="{380CF05A-FE82-4365-8668-1C13440C8464}" type="presParOf" srcId="{6A41058D-4677-4FD8-BECB-9296484661B5}" destId="{102A0C5C-312F-49D0-8F5E-46CF9A3451D2}" srcOrd="32" destOrd="0" presId="urn:microsoft.com/office/officeart/2008/layout/PictureStrips"/>
    <dgm:cxn modelId="{53857F73-0233-449B-9E1D-B10BF7934F55}" type="presParOf" srcId="{102A0C5C-312F-49D0-8F5E-46CF9A3451D2}" destId="{BD6B39E6-C2E2-4492-AA38-39BC667F7A12}" srcOrd="0" destOrd="0" presId="urn:microsoft.com/office/officeart/2008/layout/PictureStrips"/>
    <dgm:cxn modelId="{51180220-38F4-44C9-B3E0-968F5087B61B}" type="presParOf" srcId="{102A0C5C-312F-49D0-8F5E-46CF9A3451D2}" destId="{2895835B-A40E-4EAD-BFBF-67BDB0F14B64}" srcOrd="1" destOrd="0" presId="urn:microsoft.com/office/officeart/2008/layout/PictureStrips"/>
    <dgm:cxn modelId="{8C01A646-2C9C-481E-81E7-63CCC8B7F758}" type="presParOf" srcId="{6A41058D-4677-4FD8-BECB-9296484661B5}" destId="{5BCFFDC1-AD46-4232-ADF2-13A9AC6D652F}" srcOrd="33" destOrd="0" presId="urn:microsoft.com/office/officeart/2008/layout/PictureStrips"/>
    <dgm:cxn modelId="{3D2AB0CB-031B-471F-A7C7-A5C0A4100FF1}" type="presParOf" srcId="{6A41058D-4677-4FD8-BECB-9296484661B5}" destId="{61A6881B-B5F2-476D-94A2-2AA0C095559A}" srcOrd="34" destOrd="0" presId="urn:microsoft.com/office/officeart/2008/layout/PictureStrips"/>
    <dgm:cxn modelId="{0628A994-BDA8-49D2-95B0-E78569E049AF}" type="presParOf" srcId="{61A6881B-B5F2-476D-94A2-2AA0C095559A}" destId="{A451F21E-BBA5-4CE1-9068-27B7B557ECB2}" srcOrd="0" destOrd="0" presId="urn:microsoft.com/office/officeart/2008/layout/PictureStrips"/>
    <dgm:cxn modelId="{88E44123-B957-448D-B26D-40D5C439C077}" type="presParOf" srcId="{61A6881B-B5F2-476D-94A2-2AA0C095559A}" destId="{29B20744-8745-49B3-9E02-1889116D32FC}" srcOrd="1" destOrd="0" presId="urn:microsoft.com/office/officeart/2008/layout/PictureStrips"/>
    <dgm:cxn modelId="{8A2EF7A4-665A-4290-913E-A805B18E0D0A}" type="presParOf" srcId="{6A41058D-4677-4FD8-BECB-9296484661B5}" destId="{F4F29634-35B1-47F1-8F1F-931B7E06AF6A}" srcOrd="35" destOrd="0" presId="urn:microsoft.com/office/officeart/2008/layout/PictureStrips"/>
    <dgm:cxn modelId="{2CD354CA-3309-4EBC-82CD-EAFCE7731FC9}" type="presParOf" srcId="{6A41058D-4677-4FD8-BECB-9296484661B5}" destId="{6E5CF3EB-DE73-4B2B-90F9-4B1AFDDC816F}" srcOrd="36" destOrd="0" presId="urn:microsoft.com/office/officeart/2008/layout/PictureStrips"/>
    <dgm:cxn modelId="{E0E052DB-C67E-4A86-A3D1-DC08152B7C06}" type="presParOf" srcId="{6E5CF3EB-DE73-4B2B-90F9-4B1AFDDC816F}" destId="{5B34F449-5D35-4BEF-8AAB-04B9DE403751}" srcOrd="0" destOrd="0" presId="urn:microsoft.com/office/officeart/2008/layout/PictureStrips"/>
    <dgm:cxn modelId="{9912C98F-F581-4923-AD63-5FD11A30E315}" type="presParOf" srcId="{6E5CF3EB-DE73-4B2B-90F9-4B1AFDDC816F}" destId="{BE140D02-1A06-4541-9156-1F194EE75A5B}" srcOrd="1" destOrd="0" presId="urn:microsoft.com/office/officeart/2008/layout/PictureStrips"/>
    <dgm:cxn modelId="{982871F0-F5B7-4950-BF88-1569A7540E27}" type="presParOf" srcId="{6A41058D-4677-4FD8-BECB-9296484661B5}" destId="{4BCF950A-5B92-4EBD-9B65-7DC0178534B4}" srcOrd="37" destOrd="0" presId="urn:microsoft.com/office/officeart/2008/layout/PictureStrips"/>
    <dgm:cxn modelId="{297DD165-3052-4807-8082-E8ECBD1AF7C8}" type="presParOf" srcId="{6A41058D-4677-4FD8-BECB-9296484661B5}" destId="{D6295EA7-419B-40DD-BE8F-5BE44B788699}" srcOrd="38" destOrd="0" presId="urn:microsoft.com/office/officeart/2008/layout/PictureStrips"/>
    <dgm:cxn modelId="{F25F73FF-2D1C-4B89-B0C8-7F1D513645B0}" type="presParOf" srcId="{D6295EA7-419B-40DD-BE8F-5BE44B788699}" destId="{24D0A2D9-E2AA-4DEE-86AE-BF09D9A41E36}" srcOrd="0" destOrd="0" presId="urn:microsoft.com/office/officeart/2008/layout/PictureStrips"/>
    <dgm:cxn modelId="{F462EBF7-DD1D-4575-8AA5-EEA0C1972E93}" type="presParOf" srcId="{D6295EA7-419B-40DD-BE8F-5BE44B788699}" destId="{0C4D1FD4-D4C8-4A14-9920-EF89175D5C2E}" srcOrd="1" destOrd="0" presId="urn:microsoft.com/office/officeart/2008/layout/PictureStrips"/>
  </dgm:cxnLst>
  <dgm:bg>
    <a:solidFill>
      <a:schemeClr val="tx1">
        <a:alpha val="70000"/>
      </a:schemeClr>
    </a:solidFill>
  </dgm:bg>
  <dgm:whole>
    <a:ln w="19050">
      <a:solidFill>
        <a:schemeClr val="bg1"/>
      </a:solidFill>
      <a:prstDash val="solid"/>
    </a:ln>
  </dgm:whole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866D2C-827E-4B7B-B206-6C17643B3F3E}" type="doc">
      <dgm:prSet loTypeId="urn:microsoft.com/office/officeart/2008/layout/PictureStrips" loCatId="pictur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D"/>
        </a:p>
      </dgm:t>
    </dgm:pt>
    <dgm:pt modelId="{7EE6785C-0723-47A0-AEA1-690EE1F7CABF}">
      <dgm:prSet phldrT="[Text]"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AHMAD NAOVAL SHAHAB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CCFAF7AF-DD8E-4770-9E83-979E971562B9}" type="parTrans" cxnId="{347C91D7-26EB-4B0D-B548-78AD3E8C89A2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81A70C40-95EA-4978-AAFE-ABB18B6913C1}" type="sibTrans" cxnId="{347C91D7-26EB-4B0D-B548-78AD3E8C89A2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0E02CED8-204E-4CA5-A226-D64484FCA119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DINI OCTAVIANI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7A794FFA-9AC0-4A24-AD3F-D2F5D7ECD191}" type="parTrans" cxnId="{56917548-9B1B-4950-8695-F46AE8589563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28E0772D-0230-4961-8851-C56B83BA17A7}" type="sibTrans" cxnId="{56917548-9B1B-4950-8695-F46AE8589563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CBFAFC0B-D1C1-45C7-BC6A-C3F40498A458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EGGI GILANG RAMADHAN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9E9F1770-E6A9-45A0-80DD-ADF39C8F515B}" type="parTrans" cxnId="{22D8A1C4-F00A-48EA-9D03-B986BC53A4BF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E365EC9F-B4D4-4FE8-B456-6F9642428B5E}" type="sibTrans" cxnId="{22D8A1C4-F00A-48EA-9D03-B986BC53A4BF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490224EB-2E1C-404F-A675-13A9C760BC69}">
      <dgm:prSet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FAJAR BUDIAWAN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305669EC-EE6F-4C41-98AA-B77DBE962DA0}" type="parTrans" cxnId="{A765AC0C-93F7-443F-BBA2-012B5BD86522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D4900786-D078-4872-9E87-574660B81625}" type="sibTrans" cxnId="{A765AC0C-93F7-443F-BBA2-012B5BD86522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287DE319-CB57-4C3F-ACD2-EB47573631BD}">
      <dgm:prSet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FERRY KUSDINAR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2496A0F0-B6F6-4A8B-B879-98A99C79F9B7}" type="parTrans" cxnId="{B0611ACA-549C-41B7-B221-FFBCADDBB609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45B6AD1F-1563-4869-B1EB-E6B3995A60FF}" type="sibTrans" cxnId="{B0611ACA-549C-41B7-B221-FFBCADDBB609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469B29EA-FA1B-4128-8BB8-01D2DE02F92B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IKA FITRIYA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739F422D-6796-4E4F-9EE7-72B57D3C197B}" type="parTrans" cxnId="{55A5C40A-7C2F-424E-8865-24D240C1B42D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7B0F3595-DE49-4CC0-8942-39F91C779E3C}" type="sibTrans" cxnId="{55A5C40A-7C2F-424E-8865-24D240C1B42D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BA4ED249-7E11-416D-9705-C87C02A163C5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MAULANA AINUL YAQIN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A371143B-1B5E-4DB8-998F-C582D325B000}" type="parTrans" cxnId="{268C5DAE-1EBE-409D-9F8E-54E63A069FCD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4AFC3B6E-B38A-4487-8928-2A0E70859449}" type="sibTrans" cxnId="{268C5DAE-1EBE-409D-9F8E-54E63A069FCD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AAEC72FF-4E19-4CE1-B73C-D9920753796F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MEIDA MITASARI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646ABF9F-0E2D-47AB-89CA-5A36AC4E7C96}" type="parTrans" cxnId="{4781267E-396D-4DE2-AD48-D3FC5BE9C08B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8DE77B98-E5A0-4314-AEE9-47FE65FCD49A}" type="sibTrans" cxnId="{4781267E-396D-4DE2-AD48-D3FC5BE9C08B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AFCD71FC-5346-4F53-92F3-697728316641}">
      <dgm:prSet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MIRZA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70B5F98B-8F05-4718-87DA-F9C389DEC94C}" type="parTrans" cxnId="{3D72C6DA-ABC8-4660-B498-C5EC5A3DAAC0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B772BA8B-7DD1-414E-ABCB-29015CAE25C3}" type="sibTrans" cxnId="{3D72C6DA-ABC8-4660-B498-C5EC5A3DAAC0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186ECF44-CFF2-4850-860A-20B81F8EAC23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MOHAMAD DAHLAN FAZHRY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914E70AF-5CC6-431C-B962-756C22662224}" type="parTrans" cxnId="{DB5107D9-A280-45CA-A73C-62DD987C5A15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8B553B13-311E-4DD7-973A-7E5BB35143A0}" type="sibTrans" cxnId="{DB5107D9-A280-45CA-A73C-62DD987C5A15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52E91ADF-3E44-4185-BEBE-32C1A3AF7C85}">
      <dgm:prSet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MUKSIN GANDA KUSUMA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83C149B4-46F7-4C06-96A9-84BD5488F693}" type="parTrans" cxnId="{49671004-ABE4-496E-BBA1-D7771D6E84E2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3BAC8135-FE91-43E1-A109-8D5F3F0CD14D}" type="sibTrans" cxnId="{49671004-ABE4-496E-BBA1-D7771D6E84E2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98AB6430-3DA3-4E31-8A18-9118DA420876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RAISMAN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78EE3C91-DD90-4B33-813A-E0EFB372BE7C}" type="parTrans" cxnId="{7FFB435A-FD6C-4C12-A729-18D27DB2C80E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803615A5-650B-4F12-AF8A-17137C241381}" type="sibTrans" cxnId="{7FFB435A-FD6C-4C12-A729-18D27DB2C80E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08EE86FD-0502-4DF9-A0C2-DCA43991C586}">
      <dgm:prSet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RD HABIB RIPNA M. T.AL AZIZ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D87F300C-E0D5-4F51-98F1-7C0D99916DE9}" type="parTrans" cxnId="{2E904AF4-7E58-49CE-93E1-CAEA581F8373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B05CC4FD-4AD8-4A0D-91BD-5A81CBB4EA10}" type="sibTrans" cxnId="{2E904AF4-7E58-49CE-93E1-CAEA581F8373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1CCCDAF9-FC66-4EA7-BCD4-35673CC655D1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RENNY MARLANI OKTAVIA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7606424F-6F4C-44EB-B9F7-9D910A06BF4A}" type="parTrans" cxnId="{5F4C9ECB-FB0D-4042-83BA-B4BD1FEFE7DB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ED030B30-D58B-4157-A843-DB098428D184}" type="sibTrans" cxnId="{5F4C9ECB-FB0D-4042-83BA-B4BD1FEFE7DB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71C6D7B7-6D21-488C-9D7D-8E35EC307051}">
      <dgm:prSet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RULLY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E8B0259C-7FE5-49F5-8858-1582E0AFD99A}" type="parTrans" cxnId="{1E8E878B-B772-475C-A17F-2DF60DB3865E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35796570-C446-4A09-9BFC-6EDFADE60D07}" type="sibTrans" cxnId="{1E8E878B-B772-475C-A17F-2DF60DB3865E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B170DD05-EDEC-4A70-88C4-AF6888ED9099}">
      <dgm:prSet custT="1"/>
      <dgm:spPr/>
      <dgm:t>
        <a:bodyPr/>
        <a:lstStyle/>
        <a:p>
          <a:r>
            <a:rPr lang="en-ID" sz="400" b="1" i="0" u="none" dirty="0">
              <a:solidFill>
                <a:schemeClr val="bg1"/>
              </a:solidFill>
              <a:latin typeface="Comic Sans MS" pitchFamily="66" charset="0"/>
            </a:rPr>
            <a:t>SURYA LUMBANTOBING</a:t>
          </a:r>
          <a:endParaRPr lang="en-ID" sz="4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D5E56BED-E0BF-42CE-ACD8-FBEA092549F5}" type="parTrans" cxnId="{02A95679-055D-4D3B-8420-63D3E1B70D39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9FE62C3E-423D-4BA8-B231-F5A5FF95AE91}" type="sibTrans" cxnId="{02A95679-055D-4D3B-8420-63D3E1B70D39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26C0BC8F-3D75-44C3-B6AF-616378BF0122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WIDANINGSIH JR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4831F534-40D5-4D38-8732-597B9E456364}" type="parTrans" cxnId="{7364E10B-C1F0-4166-851C-38905591FEEA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D5662D00-2561-4158-A5E3-B045A385C724}" type="sibTrans" cxnId="{7364E10B-C1F0-4166-851C-38905591FEEA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B7A7B315-057D-4A3C-B471-913A1B256FB2}">
      <dgm:prSet/>
      <dgm:spPr/>
      <dgm:t>
        <a:bodyPr/>
        <a:lstStyle/>
        <a:p>
          <a:r>
            <a:rPr lang="en-ID" b="1" i="0" u="none">
              <a:solidFill>
                <a:schemeClr val="bg1"/>
              </a:solidFill>
              <a:latin typeface="Comic Sans MS" pitchFamily="66" charset="0"/>
            </a:rPr>
            <a:t>WINDI SOLIHAT PERMANA</a:t>
          </a:r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12E45FD7-E4B4-49C0-B4FD-836E838DBFE3}" type="parTrans" cxnId="{0C295261-C395-4797-98EE-3FBF52061F16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D44694F5-A622-4977-9787-D5068996DC86}" type="sibTrans" cxnId="{0C295261-C395-4797-98EE-3FBF52061F16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96146E63-92EE-4B39-9AD5-287001B632B6}">
      <dgm:prSet/>
      <dgm:spPr/>
      <dgm:t>
        <a:bodyPr/>
        <a:lstStyle/>
        <a:p>
          <a:r>
            <a:rPr lang="en-ID" b="1" i="0" u="none" dirty="0">
              <a:solidFill>
                <a:schemeClr val="bg1"/>
              </a:solidFill>
              <a:latin typeface="Comic Sans MS" pitchFamily="66" charset="0"/>
            </a:rPr>
            <a:t>YENI NURUL AENI</a:t>
          </a:r>
          <a:endParaRPr lang="en-ID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8C549F6E-7671-4F14-8C16-C6A47EC13057}" type="parTrans" cxnId="{013C85F6-F422-4123-910D-F92D6DEA3FDD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0B84B5A8-9CC3-474A-ADAD-0FEF4B1E7805}" type="sibTrans" cxnId="{013C85F6-F422-4123-910D-F92D6DEA3FDD}">
      <dgm:prSet/>
      <dgm:spPr/>
      <dgm:t>
        <a:bodyPr/>
        <a:lstStyle/>
        <a:p>
          <a:endParaRPr lang="en-ID" b="1">
            <a:solidFill>
              <a:schemeClr val="bg1"/>
            </a:solidFill>
            <a:latin typeface="Comic Sans MS" pitchFamily="66" charset="0"/>
          </a:endParaRPr>
        </a:p>
      </dgm:t>
    </dgm:pt>
    <dgm:pt modelId="{6A41058D-4677-4FD8-BECB-9296484661B5}" type="pres">
      <dgm:prSet presAssocID="{5C866D2C-827E-4B7B-B206-6C17643B3F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F72D1E-144D-4CAC-8564-1B3AE3D92AF7}" type="pres">
      <dgm:prSet presAssocID="{7EE6785C-0723-47A0-AEA1-690EE1F7CABF}" presName="composite" presStyleCnt="0"/>
      <dgm:spPr/>
    </dgm:pt>
    <dgm:pt modelId="{867B67BC-78A2-4E2F-85DA-56A1DCAEC41B}" type="pres">
      <dgm:prSet presAssocID="{7EE6785C-0723-47A0-AEA1-690EE1F7CABF}" presName="rect1" presStyleLbl="trAlignAcc1" presStyleIdx="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67970-C582-47CA-ADAD-835B499839E3}" type="pres">
      <dgm:prSet presAssocID="{7EE6785C-0723-47A0-AEA1-690EE1F7CABF}" presName="rect2" presStyleLbl="fgImgPlace1" presStyleIdx="0" presStyleCnt="19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20D75ED5-3345-467A-A8AC-1D45BFEE91A8}" type="pres">
      <dgm:prSet presAssocID="{81A70C40-95EA-4978-AAFE-ABB18B6913C1}" presName="sibTrans" presStyleCnt="0"/>
      <dgm:spPr/>
    </dgm:pt>
    <dgm:pt modelId="{6476C139-6F66-4C1C-8658-356A501FAC22}" type="pres">
      <dgm:prSet presAssocID="{0E02CED8-204E-4CA5-A226-D64484FCA119}" presName="composite" presStyleCnt="0"/>
      <dgm:spPr/>
    </dgm:pt>
    <dgm:pt modelId="{AB54126C-8A1D-454D-946D-DFB91C5952C2}" type="pres">
      <dgm:prSet presAssocID="{0E02CED8-204E-4CA5-A226-D64484FCA119}" presName="rect1" presStyleLbl="trAlignAcc1" presStyleIdx="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7726BF-E8A0-43ED-84C9-14428D460618}" type="pres">
      <dgm:prSet presAssocID="{0E02CED8-204E-4CA5-A226-D64484FCA119}" presName="rect2" presStyleLbl="fgImgPlace1" presStyleIdx="1" presStyleCnt="19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F136BBDC-54C2-46BA-BA53-C6569E94969A}" type="pres">
      <dgm:prSet presAssocID="{28E0772D-0230-4961-8851-C56B83BA17A7}" presName="sibTrans" presStyleCnt="0"/>
      <dgm:spPr/>
    </dgm:pt>
    <dgm:pt modelId="{79817EAF-B87A-44A8-8038-40509E635D84}" type="pres">
      <dgm:prSet presAssocID="{CBFAFC0B-D1C1-45C7-BC6A-C3F40498A458}" presName="composite" presStyleCnt="0"/>
      <dgm:spPr/>
    </dgm:pt>
    <dgm:pt modelId="{A4F865F6-0242-460A-8526-4359E7356A2D}" type="pres">
      <dgm:prSet presAssocID="{CBFAFC0B-D1C1-45C7-BC6A-C3F40498A458}" presName="rect1" presStyleLbl="trAlignAcc1" presStyleIdx="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D9FD5F-E62A-495C-BF3B-69853D414B4B}" type="pres">
      <dgm:prSet presAssocID="{CBFAFC0B-D1C1-45C7-BC6A-C3F40498A458}" presName="rect2" presStyleLbl="fgImgPlace1" presStyleIdx="2" presStyleCnt="19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</dgm:pt>
    <dgm:pt modelId="{C6690C29-A6E8-47C5-AC89-4B104E42F2E5}" type="pres">
      <dgm:prSet presAssocID="{E365EC9F-B4D4-4FE8-B456-6F9642428B5E}" presName="sibTrans" presStyleCnt="0"/>
      <dgm:spPr/>
    </dgm:pt>
    <dgm:pt modelId="{ED6CB7D1-3C5E-46D0-B868-FEE11EFD263A}" type="pres">
      <dgm:prSet presAssocID="{490224EB-2E1C-404F-A675-13A9C760BC69}" presName="composite" presStyleCnt="0"/>
      <dgm:spPr/>
    </dgm:pt>
    <dgm:pt modelId="{2BF8D9C7-62F8-41B4-8285-EEB68C50F802}" type="pres">
      <dgm:prSet presAssocID="{490224EB-2E1C-404F-A675-13A9C760BC69}" presName="rect1" presStyleLbl="trAlignAcc1" presStyleIdx="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B1DAB8-CE3B-463F-9FBC-2D2B704554FB}" type="pres">
      <dgm:prSet presAssocID="{490224EB-2E1C-404F-A675-13A9C760BC69}" presName="rect2" presStyleLbl="fgImgPlace1" presStyleIdx="3" presStyleCnt="19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C4F1E5B5-699D-4AC7-81CD-A8DBFD4C7A70}" type="pres">
      <dgm:prSet presAssocID="{D4900786-D078-4872-9E87-574660B81625}" presName="sibTrans" presStyleCnt="0"/>
      <dgm:spPr/>
    </dgm:pt>
    <dgm:pt modelId="{6C592029-CF38-4FB7-89F7-4CD3F85786C1}" type="pres">
      <dgm:prSet presAssocID="{287DE319-CB57-4C3F-ACD2-EB47573631BD}" presName="composite" presStyleCnt="0"/>
      <dgm:spPr/>
    </dgm:pt>
    <dgm:pt modelId="{10C3733C-1271-4AC9-860F-E3869636E8D9}" type="pres">
      <dgm:prSet presAssocID="{287DE319-CB57-4C3F-ACD2-EB47573631BD}" presName="rect1" presStyleLbl="trAlignAcc1" presStyleIdx="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C1D473-49D9-4402-AB30-75BEAFB11323}" type="pres">
      <dgm:prSet presAssocID="{287DE319-CB57-4C3F-ACD2-EB47573631BD}" presName="rect2" presStyleLbl="fgImgPlace1" presStyleIdx="4" presStyleCnt="19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B2FFEABB-E100-4AA8-AC0C-F4BADC275941}" type="pres">
      <dgm:prSet presAssocID="{45B6AD1F-1563-4869-B1EB-E6B3995A60FF}" presName="sibTrans" presStyleCnt="0"/>
      <dgm:spPr/>
    </dgm:pt>
    <dgm:pt modelId="{5B639482-210E-43A3-934D-D8867B5DA322}" type="pres">
      <dgm:prSet presAssocID="{469B29EA-FA1B-4128-8BB8-01D2DE02F92B}" presName="composite" presStyleCnt="0"/>
      <dgm:spPr/>
    </dgm:pt>
    <dgm:pt modelId="{EB73CA3B-95B5-4F4F-890B-B56C9D0BEA2A}" type="pres">
      <dgm:prSet presAssocID="{469B29EA-FA1B-4128-8BB8-01D2DE02F92B}" presName="rect1" presStyleLbl="trAlignAcc1" presStyleIdx="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E236E7-3B48-4137-BC07-56DC02C021BE}" type="pres">
      <dgm:prSet presAssocID="{469B29EA-FA1B-4128-8BB8-01D2DE02F92B}" presName="rect2" presStyleLbl="fgImgPlace1" presStyleIdx="5" presStyleCnt="19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D40CEBF-FBC9-41D4-A050-1B3B4C2829D1}" type="pres">
      <dgm:prSet presAssocID="{7B0F3595-DE49-4CC0-8942-39F91C779E3C}" presName="sibTrans" presStyleCnt="0"/>
      <dgm:spPr/>
    </dgm:pt>
    <dgm:pt modelId="{14CAA9F8-8142-4BDE-86C6-25BA54755396}" type="pres">
      <dgm:prSet presAssocID="{BA4ED249-7E11-416D-9705-C87C02A163C5}" presName="composite" presStyleCnt="0"/>
      <dgm:spPr/>
    </dgm:pt>
    <dgm:pt modelId="{33F23135-0359-4B2B-AABF-2FF053A2734C}" type="pres">
      <dgm:prSet presAssocID="{BA4ED249-7E11-416D-9705-C87C02A163C5}" presName="rect1" presStyleLbl="trAlignAcc1" presStyleIdx="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0DB59-44C2-4277-B7C0-338627CDEC8F}" type="pres">
      <dgm:prSet presAssocID="{BA4ED249-7E11-416D-9705-C87C02A163C5}" presName="rect2" presStyleLbl="fgImgPlace1" presStyleIdx="6" presStyleCnt="19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8DC16C88-97CF-45D9-B38D-8473B9308509}" type="pres">
      <dgm:prSet presAssocID="{4AFC3B6E-B38A-4487-8928-2A0E70859449}" presName="sibTrans" presStyleCnt="0"/>
      <dgm:spPr/>
    </dgm:pt>
    <dgm:pt modelId="{AB01617D-3FE4-490C-8698-BD26E48A8C6B}" type="pres">
      <dgm:prSet presAssocID="{AAEC72FF-4E19-4CE1-B73C-D9920753796F}" presName="composite" presStyleCnt="0"/>
      <dgm:spPr/>
    </dgm:pt>
    <dgm:pt modelId="{913E2440-BCC0-4F6E-B372-59186358B2D3}" type="pres">
      <dgm:prSet presAssocID="{AAEC72FF-4E19-4CE1-B73C-D9920753796F}" presName="rect1" presStyleLbl="trAlignAcc1" presStyleIdx="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AA5606-4AA6-4D32-A488-FE9931E5FE7D}" type="pres">
      <dgm:prSet presAssocID="{AAEC72FF-4E19-4CE1-B73C-D9920753796F}" presName="rect2" presStyleLbl="fgImgPlace1" presStyleIdx="7" presStyleCnt="19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7CC4FFCC-CC98-4949-9B9A-8485BC95A7A1}" type="pres">
      <dgm:prSet presAssocID="{8DE77B98-E5A0-4314-AEE9-47FE65FCD49A}" presName="sibTrans" presStyleCnt="0"/>
      <dgm:spPr/>
    </dgm:pt>
    <dgm:pt modelId="{3FCCE758-3710-4766-A431-B721F248EF29}" type="pres">
      <dgm:prSet presAssocID="{AFCD71FC-5346-4F53-92F3-697728316641}" presName="composite" presStyleCnt="0"/>
      <dgm:spPr/>
    </dgm:pt>
    <dgm:pt modelId="{4B8C12BE-D576-4255-B9E0-746DC0B6DD42}" type="pres">
      <dgm:prSet presAssocID="{AFCD71FC-5346-4F53-92F3-697728316641}" presName="rect1" presStyleLbl="trAlignAcc1" presStyleIdx="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AE1CA8-249D-4F90-8315-FEF787C48F26}" type="pres">
      <dgm:prSet presAssocID="{AFCD71FC-5346-4F53-92F3-697728316641}" presName="rect2" presStyleLbl="fgImgPlace1" presStyleIdx="8" presStyleCnt="19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7E1C7EE4-7236-47D1-86DF-A659B01D49B2}" type="pres">
      <dgm:prSet presAssocID="{B772BA8B-7DD1-414E-ABCB-29015CAE25C3}" presName="sibTrans" presStyleCnt="0"/>
      <dgm:spPr/>
    </dgm:pt>
    <dgm:pt modelId="{5B5CA1AE-CDD5-47C3-B82A-802D7BE81E21}" type="pres">
      <dgm:prSet presAssocID="{186ECF44-CFF2-4850-860A-20B81F8EAC23}" presName="composite" presStyleCnt="0"/>
      <dgm:spPr/>
    </dgm:pt>
    <dgm:pt modelId="{B0D8A0BB-2778-4F68-8ED7-FBF84BA49213}" type="pres">
      <dgm:prSet presAssocID="{186ECF44-CFF2-4850-860A-20B81F8EAC23}" presName="rect1" presStyleLbl="trAlignAcc1" presStyleIdx="9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9C5ACD-4634-4A1C-95CB-3AFF5ED78321}" type="pres">
      <dgm:prSet presAssocID="{186ECF44-CFF2-4850-860A-20B81F8EAC23}" presName="rect2" presStyleLbl="fgImgPlace1" presStyleIdx="9" presStyleCnt="19"/>
      <dgm:spPr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0B2A9A8C-E2AD-4875-B10A-90780AD1A38B}" type="pres">
      <dgm:prSet presAssocID="{8B553B13-311E-4DD7-973A-7E5BB35143A0}" presName="sibTrans" presStyleCnt="0"/>
      <dgm:spPr/>
    </dgm:pt>
    <dgm:pt modelId="{3425B3D0-CA06-4103-B135-E8A24A7302C8}" type="pres">
      <dgm:prSet presAssocID="{52E91ADF-3E44-4185-BEBE-32C1A3AF7C85}" presName="composite" presStyleCnt="0"/>
      <dgm:spPr/>
    </dgm:pt>
    <dgm:pt modelId="{4EE28D6F-201C-4AB8-8D37-18A25143D120}" type="pres">
      <dgm:prSet presAssocID="{52E91ADF-3E44-4185-BEBE-32C1A3AF7C85}" presName="rect1" presStyleLbl="trAlignAcc1" presStyleIdx="1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8E399-B36D-4D45-8E09-7C0E1FC5406C}" type="pres">
      <dgm:prSet presAssocID="{52E91ADF-3E44-4185-BEBE-32C1A3AF7C85}" presName="rect2" presStyleLbl="fgImgPlace1" presStyleIdx="10" presStyleCnt="19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EF57B7F9-488B-4C34-BFA0-02F6F1E54253}" type="pres">
      <dgm:prSet presAssocID="{3BAC8135-FE91-43E1-A109-8D5F3F0CD14D}" presName="sibTrans" presStyleCnt="0"/>
      <dgm:spPr/>
    </dgm:pt>
    <dgm:pt modelId="{0C22EE78-66CC-442C-815D-503CCF459006}" type="pres">
      <dgm:prSet presAssocID="{98AB6430-3DA3-4E31-8A18-9118DA420876}" presName="composite" presStyleCnt="0"/>
      <dgm:spPr/>
    </dgm:pt>
    <dgm:pt modelId="{4C4A0BA7-9DEF-4CAA-B102-0F2DC3A93F36}" type="pres">
      <dgm:prSet presAssocID="{98AB6430-3DA3-4E31-8A18-9118DA420876}" presName="rect1" presStyleLbl="trAlignAcc1" presStyleIdx="1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2187B0-C42A-4B0A-AECE-9E5E69962CAF}" type="pres">
      <dgm:prSet presAssocID="{98AB6430-3DA3-4E31-8A18-9118DA420876}" presName="rect2" presStyleLbl="fgImgPlace1" presStyleIdx="11" presStyleCnt="19"/>
      <dgm:spPr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251FDFE-2176-438A-814D-E1F98114B299}" type="pres">
      <dgm:prSet presAssocID="{803615A5-650B-4F12-AF8A-17137C241381}" presName="sibTrans" presStyleCnt="0"/>
      <dgm:spPr/>
    </dgm:pt>
    <dgm:pt modelId="{08813B7D-09FC-4B7E-B35F-C7E9425E99BB}" type="pres">
      <dgm:prSet presAssocID="{08EE86FD-0502-4DF9-A0C2-DCA43991C586}" presName="composite" presStyleCnt="0"/>
      <dgm:spPr/>
    </dgm:pt>
    <dgm:pt modelId="{20E9587E-D54F-4F91-90B9-F10FFC111CC0}" type="pres">
      <dgm:prSet presAssocID="{08EE86FD-0502-4DF9-A0C2-DCA43991C586}" presName="rect1" presStyleLbl="trAlignAcc1" presStyleIdx="1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16E008-E614-4267-961A-9FAA004227FE}" type="pres">
      <dgm:prSet presAssocID="{08EE86FD-0502-4DF9-A0C2-DCA43991C586}" presName="rect2" presStyleLbl="fgImgPlace1" presStyleIdx="12" presStyleCnt="19"/>
      <dgm:spPr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214494C-47DD-482B-9415-7B01F9957BB9}" type="pres">
      <dgm:prSet presAssocID="{B05CC4FD-4AD8-4A0D-91BD-5A81CBB4EA10}" presName="sibTrans" presStyleCnt="0"/>
      <dgm:spPr/>
    </dgm:pt>
    <dgm:pt modelId="{43292147-B125-4EFE-9698-A13CF1327D11}" type="pres">
      <dgm:prSet presAssocID="{1CCCDAF9-FC66-4EA7-BCD4-35673CC655D1}" presName="composite" presStyleCnt="0"/>
      <dgm:spPr/>
    </dgm:pt>
    <dgm:pt modelId="{89CED04A-06F6-492E-B12C-E33B71CAC045}" type="pres">
      <dgm:prSet presAssocID="{1CCCDAF9-FC66-4EA7-BCD4-35673CC655D1}" presName="rect1" presStyleLbl="trAlignAcc1" presStyleIdx="1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1D2076-A4E4-48D2-88E7-6948A2BC1F6E}" type="pres">
      <dgm:prSet presAssocID="{1CCCDAF9-FC66-4EA7-BCD4-35673CC655D1}" presName="rect2" presStyleLbl="fgImgPlace1" presStyleIdx="13" presStyleCnt="19"/>
      <dgm:spPr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339B7BFD-6590-4CAE-9567-896402B8F278}" type="pres">
      <dgm:prSet presAssocID="{ED030B30-D58B-4157-A843-DB098428D184}" presName="sibTrans" presStyleCnt="0"/>
      <dgm:spPr/>
    </dgm:pt>
    <dgm:pt modelId="{6BA3D17F-BF2E-42C5-8CCE-D1C647FF3D64}" type="pres">
      <dgm:prSet presAssocID="{71C6D7B7-6D21-488C-9D7D-8E35EC307051}" presName="composite" presStyleCnt="0"/>
      <dgm:spPr/>
    </dgm:pt>
    <dgm:pt modelId="{69A0EDF5-CE67-49A3-8CF7-2BCEEE9D6183}" type="pres">
      <dgm:prSet presAssocID="{71C6D7B7-6D21-488C-9D7D-8E35EC307051}" presName="rect1" presStyleLbl="trAlignAcc1" presStyleIdx="1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43F0D0-AC3B-4BD4-8073-352507079F73}" type="pres">
      <dgm:prSet presAssocID="{71C6D7B7-6D21-488C-9D7D-8E35EC307051}" presName="rect2" presStyleLbl="fgImgPlace1" presStyleIdx="14" presStyleCnt="19"/>
      <dgm:spPr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916FDF23-E483-4894-8DF8-1335B2A52600}" type="pres">
      <dgm:prSet presAssocID="{35796570-C446-4A09-9BFC-6EDFADE60D07}" presName="sibTrans" presStyleCnt="0"/>
      <dgm:spPr/>
    </dgm:pt>
    <dgm:pt modelId="{7C9A59A4-6966-44C4-B9B1-B1AA0B3A4B88}" type="pres">
      <dgm:prSet presAssocID="{B170DD05-EDEC-4A70-88C4-AF6888ED9099}" presName="composite" presStyleCnt="0"/>
      <dgm:spPr/>
    </dgm:pt>
    <dgm:pt modelId="{132E89D3-FE95-4DE9-AB92-A82AF4F5C8CB}" type="pres">
      <dgm:prSet presAssocID="{B170DD05-EDEC-4A70-88C4-AF6888ED9099}" presName="rect1" presStyleLbl="trAlignAcc1" presStyleIdx="1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088C06-277A-4EFD-A5F3-70E0CB6C34A5}" type="pres">
      <dgm:prSet presAssocID="{B170DD05-EDEC-4A70-88C4-AF6888ED9099}" presName="rect2" presStyleLbl="fgImgPlace1" presStyleIdx="15" presStyleCnt="19"/>
      <dgm:spPr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16360789-4E52-4B94-9F19-D8EF578A5F1B}" type="pres">
      <dgm:prSet presAssocID="{9FE62C3E-423D-4BA8-B231-F5A5FF95AE91}" presName="sibTrans" presStyleCnt="0"/>
      <dgm:spPr/>
    </dgm:pt>
    <dgm:pt modelId="{AD574A0B-1884-480E-B4D9-C62E99F62F27}" type="pres">
      <dgm:prSet presAssocID="{26C0BC8F-3D75-44C3-B6AF-616378BF0122}" presName="composite" presStyleCnt="0"/>
      <dgm:spPr/>
    </dgm:pt>
    <dgm:pt modelId="{734D2B21-5776-417E-A3C5-1EFC04A6CA73}" type="pres">
      <dgm:prSet presAssocID="{26C0BC8F-3D75-44C3-B6AF-616378BF0122}" presName="rect1" presStyleLbl="trAlignAcc1" presStyleIdx="1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BDF638-8394-4149-90E4-1BA2A9E97337}" type="pres">
      <dgm:prSet presAssocID="{26C0BC8F-3D75-44C3-B6AF-616378BF0122}" presName="rect2" presStyleLbl="fgImgPlace1" presStyleIdx="16" presStyleCnt="19"/>
      <dgm:spPr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</dgm:pt>
    <dgm:pt modelId="{321249E5-013B-4797-88B8-39A41D56FAE7}" type="pres">
      <dgm:prSet presAssocID="{D5662D00-2561-4158-A5E3-B045A385C724}" presName="sibTrans" presStyleCnt="0"/>
      <dgm:spPr/>
    </dgm:pt>
    <dgm:pt modelId="{E89F2647-952C-496E-8C22-198D05025B0C}" type="pres">
      <dgm:prSet presAssocID="{B7A7B315-057D-4A3C-B471-913A1B256FB2}" presName="composite" presStyleCnt="0"/>
      <dgm:spPr/>
    </dgm:pt>
    <dgm:pt modelId="{23AD7F24-30DD-4D04-8795-A39B63CB08C3}" type="pres">
      <dgm:prSet presAssocID="{B7A7B315-057D-4A3C-B471-913A1B256FB2}" presName="rect1" presStyleLbl="trAlignAcc1" presStyleIdx="1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5A178E-6BAF-4586-A9B1-E65CF84395A5}" type="pres">
      <dgm:prSet presAssocID="{B7A7B315-057D-4A3C-B471-913A1B256FB2}" presName="rect2" presStyleLbl="fgImgPlace1" presStyleIdx="17" presStyleCnt="19"/>
      <dgm:spPr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5F5E38D6-2E1F-4980-AD1E-FA919DD7F3F7}" type="pres">
      <dgm:prSet presAssocID="{D44694F5-A622-4977-9787-D5068996DC86}" presName="sibTrans" presStyleCnt="0"/>
      <dgm:spPr/>
    </dgm:pt>
    <dgm:pt modelId="{0268A247-BE70-4355-BE32-995EA222CADC}" type="pres">
      <dgm:prSet presAssocID="{96146E63-92EE-4B39-9AD5-287001B632B6}" presName="composite" presStyleCnt="0"/>
      <dgm:spPr/>
    </dgm:pt>
    <dgm:pt modelId="{F57E00CF-CC56-4219-867E-C38FE68D1B06}" type="pres">
      <dgm:prSet presAssocID="{96146E63-92EE-4B39-9AD5-287001B632B6}" presName="rect1" presStyleLbl="trAlignAcc1" presStyleIdx="1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CF109A-06B6-4B64-BEA2-5E542B9160D3}" type="pres">
      <dgm:prSet presAssocID="{96146E63-92EE-4B39-9AD5-287001B632B6}" presName="rect2" presStyleLbl="fgImgPlace1" presStyleIdx="18" presStyleCnt="19"/>
      <dgm:spPr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</dgm:ptLst>
  <dgm:cxnLst>
    <dgm:cxn modelId="{2E904AF4-7E58-49CE-93E1-CAEA581F8373}" srcId="{5C866D2C-827E-4B7B-B206-6C17643B3F3E}" destId="{08EE86FD-0502-4DF9-A0C2-DCA43991C586}" srcOrd="12" destOrd="0" parTransId="{D87F300C-E0D5-4F51-98F1-7C0D99916DE9}" sibTransId="{B05CC4FD-4AD8-4A0D-91BD-5A81CBB4EA10}"/>
    <dgm:cxn modelId="{AC746CA1-5248-4395-B806-497FE5ED3EF9}" type="presOf" srcId="{08EE86FD-0502-4DF9-A0C2-DCA43991C586}" destId="{20E9587E-D54F-4F91-90B9-F10FFC111CC0}" srcOrd="0" destOrd="0" presId="urn:microsoft.com/office/officeart/2008/layout/PictureStrips"/>
    <dgm:cxn modelId="{5F4C9ECB-FB0D-4042-83BA-B4BD1FEFE7DB}" srcId="{5C866D2C-827E-4B7B-B206-6C17643B3F3E}" destId="{1CCCDAF9-FC66-4EA7-BCD4-35673CC655D1}" srcOrd="13" destOrd="0" parTransId="{7606424F-6F4C-44EB-B9F7-9D910A06BF4A}" sibTransId="{ED030B30-D58B-4157-A843-DB098428D184}"/>
    <dgm:cxn modelId="{B0611ACA-549C-41B7-B221-FFBCADDBB609}" srcId="{5C866D2C-827E-4B7B-B206-6C17643B3F3E}" destId="{287DE319-CB57-4C3F-ACD2-EB47573631BD}" srcOrd="4" destOrd="0" parTransId="{2496A0F0-B6F6-4A8B-B879-98A99C79F9B7}" sibTransId="{45B6AD1F-1563-4869-B1EB-E6B3995A60FF}"/>
    <dgm:cxn modelId="{A765AC0C-93F7-443F-BBA2-012B5BD86522}" srcId="{5C866D2C-827E-4B7B-B206-6C17643B3F3E}" destId="{490224EB-2E1C-404F-A675-13A9C760BC69}" srcOrd="3" destOrd="0" parTransId="{305669EC-EE6F-4C41-98AA-B77DBE962DA0}" sibTransId="{D4900786-D078-4872-9E87-574660B81625}"/>
    <dgm:cxn modelId="{73EFAA49-B967-4BC3-A6D1-AD9B9BFA305E}" type="presOf" srcId="{71C6D7B7-6D21-488C-9D7D-8E35EC307051}" destId="{69A0EDF5-CE67-49A3-8CF7-2BCEEE9D6183}" srcOrd="0" destOrd="0" presId="urn:microsoft.com/office/officeart/2008/layout/PictureStrips"/>
    <dgm:cxn modelId="{23E831E0-2D34-41EB-AD2A-6322B5C6C731}" type="presOf" srcId="{52E91ADF-3E44-4185-BEBE-32C1A3AF7C85}" destId="{4EE28D6F-201C-4AB8-8D37-18A25143D120}" srcOrd="0" destOrd="0" presId="urn:microsoft.com/office/officeart/2008/layout/PictureStrips"/>
    <dgm:cxn modelId="{3D34B24F-A9B9-4846-B2AE-5F9D8F694355}" type="presOf" srcId="{98AB6430-3DA3-4E31-8A18-9118DA420876}" destId="{4C4A0BA7-9DEF-4CAA-B102-0F2DC3A93F36}" srcOrd="0" destOrd="0" presId="urn:microsoft.com/office/officeart/2008/layout/PictureStrips"/>
    <dgm:cxn modelId="{335DBEC3-E577-4EE6-9124-3419A298B530}" type="presOf" srcId="{287DE319-CB57-4C3F-ACD2-EB47573631BD}" destId="{10C3733C-1271-4AC9-860F-E3869636E8D9}" srcOrd="0" destOrd="0" presId="urn:microsoft.com/office/officeart/2008/layout/PictureStrips"/>
    <dgm:cxn modelId="{9D3BFB71-A3D1-409A-B1C8-94FD968EB538}" type="presOf" srcId="{96146E63-92EE-4B39-9AD5-287001B632B6}" destId="{F57E00CF-CC56-4219-867E-C38FE68D1B06}" srcOrd="0" destOrd="0" presId="urn:microsoft.com/office/officeart/2008/layout/PictureStrips"/>
    <dgm:cxn modelId="{22D8A1C4-F00A-48EA-9D03-B986BC53A4BF}" srcId="{5C866D2C-827E-4B7B-B206-6C17643B3F3E}" destId="{CBFAFC0B-D1C1-45C7-BC6A-C3F40498A458}" srcOrd="2" destOrd="0" parTransId="{9E9F1770-E6A9-45A0-80DD-ADF39C8F515B}" sibTransId="{E365EC9F-B4D4-4FE8-B456-6F9642428B5E}"/>
    <dgm:cxn modelId="{74663829-A819-4FF5-9E2A-C76B7239B938}" type="presOf" srcId="{AAEC72FF-4E19-4CE1-B73C-D9920753796F}" destId="{913E2440-BCC0-4F6E-B372-59186358B2D3}" srcOrd="0" destOrd="0" presId="urn:microsoft.com/office/officeart/2008/layout/PictureStrips"/>
    <dgm:cxn modelId="{3D72C6DA-ABC8-4660-B498-C5EC5A3DAAC0}" srcId="{5C866D2C-827E-4B7B-B206-6C17643B3F3E}" destId="{AFCD71FC-5346-4F53-92F3-697728316641}" srcOrd="8" destOrd="0" parTransId="{70B5F98B-8F05-4718-87DA-F9C389DEC94C}" sibTransId="{B772BA8B-7DD1-414E-ABCB-29015CAE25C3}"/>
    <dgm:cxn modelId="{347C91D7-26EB-4B0D-B548-78AD3E8C89A2}" srcId="{5C866D2C-827E-4B7B-B206-6C17643B3F3E}" destId="{7EE6785C-0723-47A0-AEA1-690EE1F7CABF}" srcOrd="0" destOrd="0" parTransId="{CCFAF7AF-DD8E-4770-9E83-979E971562B9}" sibTransId="{81A70C40-95EA-4978-AAFE-ABB18B6913C1}"/>
    <dgm:cxn modelId="{302ED5BA-7738-4B01-B9B9-02F44F807D8A}" type="presOf" srcId="{26C0BC8F-3D75-44C3-B6AF-616378BF0122}" destId="{734D2B21-5776-417E-A3C5-1EFC04A6CA73}" srcOrd="0" destOrd="0" presId="urn:microsoft.com/office/officeart/2008/layout/PictureStrips"/>
    <dgm:cxn modelId="{0C295261-C395-4797-98EE-3FBF52061F16}" srcId="{5C866D2C-827E-4B7B-B206-6C17643B3F3E}" destId="{B7A7B315-057D-4A3C-B471-913A1B256FB2}" srcOrd="17" destOrd="0" parTransId="{12E45FD7-E4B4-49C0-B4FD-836E838DBFE3}" sibTransId="{D44694F5-A622-4977-9787-D5068996DC86}"/>
    <dgm:cxn modelId="{7A4D97F4-7BF5-4583-8EA8-0ACC95866767}" type="presOf" srcId="{5C866D2C-827E-4B7B-B206-6C17643B3F3E}" destId="{6A41058D-4677-4FD8-BECB-9296484661B5}" srcOrd="0" destOrd="0" presId="urn:microsoft.com/office/officeart/2008/layout/PictureStrips"/>
    <dgm:cxn modelId="{F0DE14B4-04A0-4046-9E54-0DC3B4DCD916}" type="presOf" srcId="{B7A7B315-057D-4A3C-B471-913A1B256FB2}" destId="{23AD7F24-30DD-4D04-8795-A39B63CB08C3}" srcOrd="0" destOrd="0" presId="urn:microsoft.com/office/officeart/2008/layout/PictureStrips"/>
    <dgm:cxn modelId="{4781267E-396D-4DE2-AD48-D3FC5BE9C08B}" srcId="{5C866D2C-827E-4B7B-B206-6C17643B3F3E}" destId="{AAEC72FF-4E19-4CE1-B73C-D9920753796F}" srcOrd="7" destOrd="0" parTransId="{646ABF9F-0E2D-47AB-89CA-5A36AC4E7C96}" sibTransId="{8DE77B98-E5A0-4314-AEE9-47FE65FCD49A}"/>
    <dgm:cxn modelId="{34A3B6A0-8EF8-44E2-92D4-B65FC28C1B2F}" type="presOf" srcId="{186ECF44-CFF2-4850-860A-20B81F8EAC23}" destId="{B0D8A0BB-2778-4F68-8ED7-FBF84BA49213}" srcOrd="0" destOrd="0" presId="urn:microsoft.com/office/officeart/2008/layout/PictureStrips"/>
    <dgm:cxn modelId="{268C5DAE-1EBE-409D-9F8E-54E63A069FCD}" srcId="{5C866D2C-827E-4B7B-B206-6C17643B3F3E}" destId="{BA4ED249-7E11-416D-9705-C87C02A163C5}" srcOrd="6" destOrd="0" parTransId="{A371143B-1B5E-4DB8-998F-C582D325B000}" sibTransId="{4AFC3B6E-B38A-4487-8928-2A0E70859449}"/>
    <dgm:cxn modelId="{05FF916E-34F0-4374-819D-E5CCA1F198BE}" type="presOf" srcId="{BA4ED249-7E11-416D-9705-C87C02A163C5}" destId="{33F23135-0359-4B2B-AABF-2FF053A2734C}" srcOrd="0" destOrd="0" presId="urn:microsoft.com/office/officeart/2008/layout/PictureStrips"/>
    <dgm:cxn modelId="{02A95679-055D-4D3B-8420-63D3E1B70D39}" srcId="{5C866D2C-827E-4B7B-B206-6C17643B3F3E}" destId="{B170DD05-EDEC-4A70-88C4-AF6888ED9099}" srcOrd="15" destOrd="0" parTransId="{D5E56BED-E0BF-42CE-ACD8-FBEA092549F5}" sibTransId="{9FE62C3E-423D-4BA8-B231-F5A5FF95AE91}"/>
    <dgm:cxn modelId="{4CDBC1EA-E5A1-4B23-B64B-6A0FA10FFAE3}" type="presOf" srcId="{490224EB-2E1C-404F-A675-13A9C760BC69}" destId="{2BF8D9C7-62F8-41B4-8285-EEB68C50F802}" srcOrd="0" destOrd="0" presId="urn:microsoft.com/office/officeart/2008/layout/PictureStrips"/>
    <dgm:cxn modelId="{C3A5751A-19B3-460A-8237-C53E524E60FD}" type="presOf" srcId="{7EE6785C-0723-47A0-AEA1-690EE1F7CABF}" destId="{867B67BC-78A2-4E2F-85DA-56A1DCAEC41B}" srcOrd="0" destOrd="0" presId="urn:microsoft.com/office/officeart/2008/layout/PictureStrips"/>
    <dgm:cxn modelId="{32AAD7D7-8015-4245-936E-581C15F141F1}" type="presOf" srcId="{CBFAFC0B-D1C1-45C7-BC6A-C3F40498A458}" destId="{A4F865F6-0242-460A-8526-4359E7356A2D}" srcOrd="0" destOrd="0" presId="urn:microsoft.com/office/officeart/2008/layout/PictureStrips"/>
    <dgm:cxn modelId="{7364E10B-C1F0-4166-851C-38905591FEEA}" srcId="{5C866D2C-827E-4B7B-B206-6C17643B3F3E}" destId="{26C0BC8F-3D75-44C3-B6AF-616378BF0122}" srcOrd="16" destOrd="0" parTransId="{4831F534-40D5-4D38-8732-597B9E456364}" sibTransId="{D5662D00-2561-4158-A5E3-B045A385C724}"/>
    <dgm:cxn modelId="{1E8E878B-B772-475C-A17F-2DF60DB3865E}" srcId="{5C866D2C-827E-4B7B-B206-6C17643B3F3E}" destId="{71C6D7B7-6D21-488C-9D7D-8E35EC307051}" srcOrd="14" destOrd="0" parTransId="{E8B0259C-7FE5-49F5-8858-1582E0AFD99A}" sibTransId="{35796570-C446-4A09-9BFC-6EDFADE60D07}"/>
    <dgm:cxn modelId="{56917548-9B1B-4950-8695-F46AE8589563}" srcId="{5C866D2C-827E-4B7B-B206-6C17643B3F3E}" destId="{0E02CED8-204E-4CA5-A226-D64484FCA119}" srcOrd="1" destOrd="0" parTransId="{7A794FFA-9AC0-4A24-AD3F-D2F5D7ECD191}" sibTransId="{28E0772D-0230-4961-8851-C56B83BA17A7}"/>
    <dgm:cxn modelId="{013C85F6-F422-4123-910D-F92D6DEA3FDD}" srcId="{5C866D2C-827E-4B7B-B206-6C17643B3F3E}" destId="{96146E63-92EE-4B39-9AD5-287001B632B6}" srcOrd="18" destOrd="0" parTransId="{8C549F6E-7671-4F14-8C16-C6A47EC13057}" sibTransId="{0B84B5A8-9CC3-474A-ADAD-0FEF4B1E7805}"/>
    <dgm:cxn modelId="{7FFB435A-FD6C-4C12-A729-18D27DB2C80E}" srcId="{5C866D2C-827E-4B7B-B206-6C17643B3F3E}" destId="{98AB6430-3DA3-4E31-8A18-9118DA420876}" srcOrd="11" destOrd="0" parTransId="{78EE3C91-DD90-4B33-813A-E0EFB372BE7C}" sibTransId="{803615A5-650B-4F12-AF8A-17137C241381}"/>
    <dgm:cxn modelId="{DB5107D9-A280-45CA-A73C-62DD987C5A15}" srcId="{5C866D2C-827E-4B7B-B206-6C17643B3F3E}" destId="{186ECF44-CFF2-4850-860A-20B81F8EAC23}" srcOrd="9" destOrd="0" parTransId="{914E70AF-5CC6-431C-B962-756C22662224}" sibTransId="{8B553B13-311E-4DD7-973A-7E5BB35143A0}"/>
    <dgm:cxn modelId="{E86A8A94-0AAD-47D4-AD73-5CC913E6EA40}" type="presOf" srcId="{AFCD71FC-5346-4F53-92F3-697728316641}" destId="{4B8C12BE-D576-4255-B9E0-746DC0B6DD42}" srcOrd="0" destOrd="0" presId="urn:microsoft.com/office/officeart/2008/layout/PictureStrips"/>
    <dgm:cxn modelId="{66CEC6D7-24CC-4CAD-BF4C-0ED940C32EAE}" type="presOf" srcId="{1CCCDAF9-FC66-4EA7-BCD4-35673CC655D1}" destId="{89CED04A-06F6-492E-B12C-E33B71CAC045}" srcOrd="0" destOrd="0" presId="urn:microsoft.com/office/officeart/2008/layout/PictureStrips"/>
    <dgm:cxn modelId="{A324BC48-71EC-43CB-9BE0-D446DA0789AD}" type="presOf" srcId="{0E02CED8-204E-4CA5-A226-D64484FCA119}" destId="{AB54126C-8A1D-454D-946D-DFB91C5952C2}" srcOrd="0" destOrd="0" presId="urn:microsoft.com/office/officeart/2008/layout/PictureStrips"/>
    <dgm:cxn modelId="{932BF9FB-D366-409D-B788-D575D1DFE0B5}" type="presOf" srcId="{469B29EA-FA1B-4128-8BB8-01D2DE02F92B}" destId="{EB73CA3B-95B5-4F4F-890B-B56C9D0BEA2A}" srcOrd="0" destOrd="0" presId="urn:microsoft.com/office/officeart/2008/layout/PictureStrips"/>
    <dgm:cxn modelId="{49671004-ABE4-496E-BBA1-D7771D6E84E2}" srcId="{5C866D2C-827E-4B7B-B206-6C17643B3F3E}" destId="{52E91ADF-3E44-4185-BEBE-32C1A3AF7C85}" srcOrd="10" destOrd="0" parTransId="{83C149B4-46F7-4C06-96A9-84BD5488F693}" sibTransId="{3BAC8135-FE91-43E1-A109-8D5F3F0CD14D}"/>
    <dgm:cxn modelId="{55A5C40A-7C2F-424E-8865-24D240C1B42D}" srcId="{5C866D2C-827E-4B7B-B206-6C17643B3F3E}" destId="{469B29EA-FA1B-4128-8BB8-01D2DE02F92B}" srcOrd="5" destOrd="0" parTransId="{739F422D-6796-4E4F-9EE7-72B57D3C197B}" sibTransId="{7B0F3595-DE49-4CC0-8942-39F91C779E3C}"/>
    <dgm:cxn modelId="{C3F2BF61-637A-4C2D-BFE8-B6CD5F1F98BA}" type="presOf" srcId="{B170DD05-EDEC-4A70-88C4-AF6888ED9099}" destId="{132E89D3-FE95-4DE9-AB92-A82AF4F5C8CB}" srcOrd="0" destOrd="0" presId="urn:microsoft.com/office/officeart/2008/layout/PictureStrips"/>
    <dgm:cxn modelId="{FDA22B0C-A1AC-437B-ABC3-F74EF2F01D9E}" type="presParOf" srcId="{6A41058D-4677-4FD8-BECB-9296484661B5}" destId="{4EF72D1E-144D-4CAC-8564-1B3AE3D92AF7}" srcOrd="0" destOrd="0" presId="urn:microsoft.com/office/officeart/2008/layout/PictureStrips"/>
    <dgm:cxn modelId="{7645BFCB-5D61-4707-81DE-EBD923F039D6}" type="presParOf" srcId="{4EF72D1E-144D-4CAC-8564-1B3AE3D92AF7}" destId="{867B67BC-78A2-4E2F-85DA-56A1DCAEC41B}" srcOrd="0" destOrd="0" presId="urn:microsoft.com/office/officeart/2008/layout/PictureStrips"/>
    <dgm:cxn modelId="{30E7E741-690E-46C8-BEBC-1315C2B6556F}" type="presParOf" srcId="{4EF72D1E-144D-4CAC-8564-1B3AE3D92AF7}" destId="{1F167970-C582-47CA-ADAD-835B499839E3}" srcOrd="1" destOrd="0" presId="urn:microsoft.com/office/officeart/2008/layout/PictureStrips"/>
    <dgm:cxn modelId="{C3EB1ED7-51A1-4B68-B9C5-BD488B89493D}" type="presParOf" srcId="{6A41058D-4677-4FD8-BECB-9296484661B5}" destId="{20D75ED5-3345-467A-A8AC-1D45BFEE91A8}" srcOrd="1" destOrd="0" presId="urn:microsoft.com/office/officeart/2008/layout/PictureStrips"/>
    <dgm:cxn modelId="{74051D69-56B7-40A6-9B63-CE8DE49B7ED7}" type="presParOf" srcId="{6A41058D-4677-4FD8-BECB-9296484661B5}" destId="{6476C139-6F66-4C1C-8658-356A501FAC22}" srcOrd="2" destOrd="0" presId="urn:microsoft.com/office/officeart/2008/layout/PictureStrips"/>
    <dgm:cxn modelId="{7503C2C9-4132-45F0-B059-B5E6B99B3A6E}" type="presParOf" srcId="{6476C139-6F66-4C1C-8658-356A501FAC22}" destId="{AB54126C-8A1D-454D-946D-DFB91C5952C2}" srcOrd="0" destOrd="0" presId="urn:microsoft.com/office/officeart/2008/layout/PictureStrips"/>
    <dgm:cxn modelId="{8E8519A4-0CED-407D-BB24-F641BBD821C7}" type="presParOf" srcId="{6476C139-6F66-4C1C-8658-356A501FAC22}" destId="{157726BF-E8A0-43ED-84C9-14428D460618}" srcOrd="1" destOrd="0" presId="urn:microsoft.com/office/officeart/2008/layout/PictureStrips"/>
    <dgm:cxn modelId="{187D0BF2-50BB-4AA4-9B6C-BDE7B02395E3}" type="presParOf" srcId="{6A41058D-4677-4FD8-BECB-9296484661B5}" destId="{F136BBDC-54C2-46BA-BA53-C6569E94969A}" srcOrd="3" destOrd="0" presId="urn:microsoft.com/office/officeart/2008/layout/PictureStrips"/>
    <dgm:cxn modelId="{746C7800-BEA2-4E4F-AA5C-F32D9940E7C5}" type="presParOf" srcId="{6A41058D-4677-4FD8-BECB-9296484661B5}" destId="{79817EAF-B87A-44A8-8038-40509E635D84}" srcOrd="4" destOrd="0" presId="urn:microsoft.com/office/officeart/2008/layout/PictureStrips"/>
    <dgm:cxn modelId="{5EFD2122-DBA0-4F8D-92F6-3240253EAABE}" type="presParOf" srcId="{79817EAF-B87A-44A8-8038-40509E635D84}" destId="{A4F865F6-0242-460A-8526-4359E7356A2D}" srcOrd="0" destOrd="0" presId="urn:microsoft.com/office/officeart/2008/layout/PictureStrips"/>
    <dgm:cxn modelId="{C266B62B-BCD6-480D-B358-10F0D90B242C}" type="presParOf" srcId="{79817EAF-B87A-44A8-8038-40509E635D84}" destId="{93D9FD5F-E62A-495C-BF3B-69853D414B4B}" srcOrd="1" destOrd="0" presId="urn:microsoft.com/office/officeart/2008/layout/PictureStrips"/>
    <dgm:cxn modelId="{2D7F79AF-C400-48CD-A293-F5FDF64B231A}" type="presParOf" srcId="{6A41058D-4677-4FD8-BECB-9296484661B5}" destId="{C6690C29-A6E8-47C5-AC89-4B104E42F2E5}" srcOrd="5" destOrd="0" presId="urn:microsoft.com/office/officeart/2008/layout/PictureStrips"/>
    <dgm:cxn modelId="{701E5245-4DB4-43E8-906B-D0C041DF2601}" type="presParOf" srcId="{6A41058D-4677-4FD8-BECB-9296484661B5}" destId="{ED6CB7D1-3C5E-46D0-B868-FEE11EFD263A}" srcOrd="6" destOrd="0" presId="urn:microsoft.com/office/officeart/2008/layout/PictureStrips"/>
    <dgm:cxn modelId="{CA9072D4-937D-49AC-B5BF-059C0080AEE8}" type="presParOf" srcId="{ED6CB7D1-3C5E-46D0-B868-FEE11EFD263A}" destId="{2BF8D9C7-62F8-41B4-8285-EEB68C50F802}" srcOrd="0" destOrd="0" presId="urn:microsoft.com/office/officeart/2008/layout/PictureStrips"/>
    <dgm:cxn modelId="{6D6A6037-4CE3-4165-A1C0-48FDC5500F01}" type="presParOf" srcId="{ED6CB7D1-3C5E-46D0-B868-FEE11EFD263A}" destId="{16B1DAB8-CE3B-463F-9FBC-2D2B704554FB}" srcOrd="1" destOrd="0" presId="urn:microsoft.com/office/officeart/2008/layout/PictureStrips"/>
    <dgm:cxn modelId="{86D3E265-879F-4697-88AE-96A480DCEF33}" type="presParOf" srcId="{6A41058D-4677-4FD8-BECB-9296484661B5}" destId="{C4F1E5B5-699D-4AC7-81CD-A8DBFD4C7A70}" srcOrd="7" destOrd="0" presId="urn:microsoft.com/office/officeart/2008/layout/PictureStrips"/>
    <dgm:cxn modelId="{680F7FB0-196B-442B-9E14-4BDB8BCB8DFB}" type="presParOf" srcId="{6A41058D-4677-4FD8-BECB-9296484661B5}" destId="{6C592029-CF38-4FB7-89F7-4CD3F85786C1}" srcOrd="8" destOrd="0" presId="urn:microsoft.com/office/officeart/2008/layout/PictureStrips"/>
    <dgm:cxn modelId="{33CA95EB-67E2-46D3-8BB3-5E413AAF7661}" type="presParOf" srcId="{6C592029-CF38-4FB7-89F7-4CD3F85786C1}" destId="{10C3733C-1271-4AC9-860F-E3869636E8D9}" srcOrd="0" destOrd="0" presId="urn:microsoft.com/office/officeart/2008/layout/PictureStrips"/>
    <dgm:cxn modelId="{BA016CCD-50C9-4FF0-980E-4A889D81DDFC}" type="presParOf" srcId="{6C592029-CF38-4FB7-89F7-4CD3F85786C1}" destId="{CBC1D473-49D9-4402-AB30-75BEAFB11323}" srcOrd="1" destOrd="0" presId="urn:microsoft.com/office/officeart/2008/layout/PictureStrips"/>
    <dgm:cxn modelId="{829889C8-CFC5-48ED-BE92-B64313EB3BD0}" type="presParOf" srcId="{6A41058D-4677-4FD8-BECB-9296484661B5}" destId="{B2FFEABB-E100-4AA8-AC0C-F4BADC275941}" srcOrd="9" destOrd="0" presId="urn:microsoft.com/office/officeart/2008/layout/PictureStrips"/>
    <dgm:cxn modelId="{40546DCB-6A71-4AEB-810C-01183590BB3C}" type="presParOf" srcId="{6A41058D-4677-4FD8-BECB-9296484661B5}" destId="{5B639482-210E-43A3-934D-D8867B5DA322}" srcOrd="10" destOrd="0" presId="urn:microsoft.com/office/officeart/2008/layout/PictureStrips"/>
    <dgm:cxn modelId="{893749CE-6CED-4164-8400-6815BEECC626}" type="presParOf" srcId="{5B639482-210E-43A3-934D-D8867B5DA322}" destId="{EB73CA3B-95B5-4F4F-890B-B56C9D0BEA2A}" srcOrd="0" destOrd="0" presId="urn:microsoft.com/office/officeart/2008/layout/PictureStrips"/>
    <dgm:cxn modelId="{502142FE-AB62-4ACA-9980-488390472CE3}" type="presParOf" srcId="{5B639482-210E-43A3-934D-D8867B5DA322}" destId="{DAE236E7-3B48-4137-BC07-56DC02C021BE}" srcOrd="1" destOrd="0" presId="urn:microsoft.com/office/officeart/2008/layout/PictureStrips"/>
    <dgm:cxn modelId="{876DCD11-2F15-4A2F-A28F-880DD941C0A8}" type="presParOf" srcId="{6A41058D-4677-4FD8-BECB-9296484661B5}" destId="{AD40CEBF-FBC9-41D4-A050-1B3B4C2829D1}" srcOrd="11" destOrd="0" presId="urn:microsoft.com/office/officeart/2008/layout/PictureStrips"/>
    <dgm:cxn modelId="{39B8743F-DA2F-41C0-A38E-3C125B04A053}" type="presParOf" srcId="{6A41058D-4677-4FD8-BECB-9296484661B5}" destId="{14CAA9F8-8142-4BDE-86C6-25BA54755396}" srcOrd="12" destOrd="0" presId="urn:microsoft.com/office/officeart/2008/layout/PictureStrips"/>
    <dgm:cxn modelId="{7FA43772-9A68-4CE0-8D88-E6A3451E43EF}" type="presParOf" srcId="{14CAA9F8-8142-4BDE-86C6-25BA54755396}" destId="{33F23135-0359-4B2B-AABF-2FF053A2734C}" srcOrd="0" destOrd="0" presId="urn:microsoft.com/office/officeart/2008/layout/PictureStrips"/>
    <dgm:cxn modelId="{5260ECF2-6422-466C-BA1C-D1E758CEC1B7}" type="presParOf" srcId="{14CAA9F8-8142-4BDE-86C6-25BA54755396}" destId="{F370DB59-44C2-4277-B7C0-338627CDEC8F}" srcOrd="1" destOrd="0" presId="urn:microsoft.com/office/officeart/2008/layout/PictureStrips"/>
    <dgm:cxn modelId="{F9EAF0C7-A09F-4E92-9765-C6B38D399A93}" type="presParOf" srcId="{6A41058D-4677-4FD8-BECB-9296484661B5}" destId="{8DC16C88-97CF-45D9-B38D-8473B9308509}" srcOrd="13" destOrd="0" presId="urn:microsoft.com/office/officeart/2008/layout/PictureStrips"/>
    <dgm:cxn modelId="{04504C3C-46F9-491D-B91D-C47FAE7E2398}" type="presParOf" srcId="{6A41058D-4677-4FD8-BECB-9296484661B5}" destId="{AB01617D-3FE4-490C-8698-BD26E48A8C6B}" srcOrd="14" destOrd="0" presId="urn:microsoft.com/office/officeart/2008/layout/PictureStrips"/>
    <dgm:cxn modelId="{4638F28C-3B42-470B-83B6-F94B776679CD}" type="presParOf" srcId="{AB01617D-3FE4-490C-8698-BD26E48A8C6B}" destId="{913E2440-BCC0-4F6E-B372-59186358B2D3}" srcOrd="0" destOrd="0" presId="urn:microsoft.com/office/officeart/2008/layout/PictureStrips"/>
    <dgm:cxn modelId="{E7E53ECE-9698-40C5-937B-5F879EF5F49C}" type="presParOf" srcId="{AB01617D-3FE4-490C-8698-BD26E48A8C6B}" destId="{BEAA5606-4AA6-4D32-A488-FE9931E5FE7D}" srcOrd="1" destOrd="0" presId="urn:microsoft.com/office/officeart/2008/layout/PictureStrips"/>
    <dgm:cxn modelId="{4472A4A7-1E18-4620-B6B9-88BF6AA74B70}" type="presParOf" srcId="{6A41058D-4677-4FD8-BECB-9296484661B5}" destId="{7CC4FFCC-CC98-4949-9B9A-8485BC95A7A1}" srcOrd="15" destOrd="0" presId="urn:microsoft.com/office/officeart/2008/layout/PictureStrips"/>
    <dgm:cxn modelId="{C2807E1F-88BE-4715-8122-E95DCFBB6EDF}" type="presParOf" srcId="{6A41058D-4677-4FD8-BECB-9296484661B5}" destId="{3FCCE758-3710-4766-A431-B721F248EF29}" srcOrd="16" destOrd="0" presId="urn:microsoft.com/office/officeart/2008/layout/PictureStrips"/>
    <dgm:cxn modelId="{B7609E5D-00AA-4EFB-B58B-8C5C1985139D}" type="presParOf" srcId="{3FCCE758-3710-4766-A431-B721F248EF29}" destId="{4B8C12BE-D576-4255-B9E0-746DC0B6DD42}" srcOrd="0" destOrd="0" presId="urn:microsoft.com/office/officeart/2008/layout/PictureStrips"/>
    <dgm:cxn modelId="{86514140-CA65-4A5D-AD59-990398F76EB4}" type="presParOf" srcId="{3FCCE758-3710-4766-A431-B721F248EF29}" destId="{19AE1CA8-249D-4F90-8315-FEF787C48F26}" srcOrd="1" destOrd="0" presId="urn:microsoft.com/office/officeart/2008/layout/PictureStrips"/>
    <dgm:cxn modelId="{F3902861-CAD0-4729-9601-E1D6ADD47FAF}" type="presParOf" srcId="{6A41058D-4677-4FD8-BECB-9296484661B5}" destId="{7E1C7EE4-7236-47D1-86DF-A659B01D49B2}" srcOrd="17" destOrd="0" presId="urn:microsoft.com/office/officeart/2008/layout/PictureStrips"/>
    <dgm:cxn modelId="{12B04E5C-8601-431D-8CC5-92F5702642A8}" type="presParOf" srcId="{6A41058D-4677-4FD8-BECB-9296484661B5}" destId="{5B5CA1AE-CDD5-47C3-B82A-802D7BE81E21}" srcOrd="18" destOrd="0" presId="urn:microsoft.com/office/officeart/2008/layout/PictureStrips"/>
    <dgm:cxn modelId="{76ADCE42-25AB-48DD-8863-3D1FE880C309}" type="presParOf" srcId="{5B5CA1AE-CDD5-47C3-B82A-802D7BE81E21}" destId="{B0D8A0BB-2778-4F68-8ED7-FBF84BA49213}" srcOrd="0" destOrd="0" presId="urn:microsoft.com/office/officeart/2008/layout/PictureStrips"/>
    <dgm:cxn modelId="{F7364F86-2418-46CB-8A80-BD65DCEE6847}" type="presParOf" srcId="{5B5CA1AE-CDD5-47C3-B82A-802D7BE81E21}" destId="{EE9C5ACD-4634-4A1C-95CB-3AFF5ED78321}" srcOrd="1" destOrd="0" presId="urn:microsoft.com/office/officeart/2008/layout/PictureStrips"/>
    <dgm:cxn modelId="{11E66DA3-EF4F-46AA-8CB9-163255D50AD2}" type="presParOf" srcId="{6A41058D-4677-4FD8-BECB-9296484661B5}" destId="{0B2A9A8C-E2AD-4875-B10A-90780AD1A38B}" srcOrd="19" destOrd="0" presId="urn:microsoft.com/office/officeart/2008/layout/PictureStrips"/>
    <dgm:cxn modelId="{DB8E6B03-6B30-4EA1-A232-0F88E00B7E11}" type="presParOf" srcId="{6A41058D-4677-4FD8-BECB-9296484661B5}" destId="{3425B3D0-CA06-4103-B135-E8A24A7302C8}" srcOrd="20" destOrd="0" presId="urn:microsoft.com/office/officeart/2008/layout/PictureStrips"/>
    <dgm:cxn modelId="{1A5AD319-B086-4154-9840-CF7309001B4C}" type="presParOf" srcId="{3425B3D0-CA06-4103-B135-E8A24A7302C8}" destId="{4EE28D6F-201C-4AB8-8D37-18A25143D120}" srcOrd="0" destOrd="0" presId="urn:microsoft.com/office/officeart/2008/layout/PictureStrips"/>
    <dgm:cxn modelId="{1C18D8E0-624B-4566-944D-504FF4FF7C06}" type="presParOf" srcId="{3425B3D0-CA06-4103-B135-E8A24A7302C8}" destId="{ADC8E399-B36D-4D45-8E09-7C0E1FC5406C}" srcOrd="1" destOrd="0" presId="urn:microsoft.com/office/officeart/2008/layout/PictureStrips"/>
    <dgm:cxn modelId="{7C52BCC5-D95B-44FF-A51C-1FA751DDBC0A}" type="presParOf" srcId="{6A41058D-4677-4FD8-BECB-9296484661B5}" destId="{EF57B7F9-488B-4C34-BFA0-02F6F1E54253}" srcOrd="21" destOrd="0" presId="urn:microsoft.com/office/officeart/2008/layout/PictureStrips"/>
    <dgm:cxn modelId="{248781EF-0EF2-4063-9200-4C8F4D8A0383}" type="presParOf" srcId="{6A41058D-4677-4FD8-BECB-9296484661B5}" destId="{0C22EE78-66CC-442C-815D-503CCF459006}" srcOrd="22" destOrd="0" presId="urn:microsoft.com/office/officeart/2008/layout/PictureStrips"/>
    <dgm:cxn modelId="{EBB9CF4B-CE4F-4EBF-9F5F-7B9F49ED7F6B}" type="presParOf" srcId="{0C22EE78-66CC-442C-815D-503CCF459006}" destId="{4C4A0BA7-9DEF-4CAA-B102-0F2DC3A93F36}" srcOrd="0" destOrd="0" presId="urn:microsoft.com/office/officeart/2008/layout/PictureStrips"/>
    <dgm:cxn modelId="{A4E23854-F310-42A7-917C-D371392236BE}" type="presParOf" srcId="{0C22EE78-66CC-442C-815D-503CCF459006}" destId="{3B2187B0-C42A-4B0A-AECE-9E5E69962CAF}" srcOrd="1" destOrd="0" presId="urn:microsoft.com/office/officeart/2008/layout/PictureStrips"/>
    <dgm:cxn modelId="{E6C2A73B-C583-49D2-9F04-AD0A70686C31}" type="presParOf" srcId="{6A41058D-4677-4FD8-BECB-9296484661B5}" destId="{A251FDFE-2176-438A-814D-E1F98114B299}" srcOrd="23" destOrd="0" presId="urn:microsoft.com/office/officeart/2008/layout/PictureStrips"/>
    <dgm:cxn modelId="{D57D1734-391F-4EB7-8467-BFE30511D9A8}" type="presParOf" srcId="{6A41058D-4677-4FD8-BECB-9296484661B5}" destId="{08813B7D-09FC-4B7E-B35F-C7E9425E99BB}" srcOrd="24" destOrd="0" presId="urn:microsoft.com/office/officeart/2008/layout/PictureStrips"/>
    <dgm:cxn modelId="{4870739B-2186-427A-92A5-B1EC6A8FDA94}" type="presParOf" srcId="{08813B7D-09FC-4B7E-B35F-C7E9425E99BB}" destId="{20E9587E-D54F-4F91-90B9-F10FFC111CC0}" srcOrd="0" destOrd="0" presId="urn:microsoft.com/office/officeart/2008/layout/PictureStrips"/>
    <dgm:cxn modelId="{ECA392AA-21AB-44A2-98B8-B761706841A6}" type="presParOf" srcId="{08813B7D-09FC-4B7E-B35F-C7E9425E99BB}" destId="{D116E008-E614-4267-961A-9FAA004227FE}" srcOrd="1" destOrd="0" presId="urn:microsoft.com/office/officeart/2008/layout/PictureStrips"/>
    <dgm:cxn modelId="{2DDE708D-2F7F-48E9-A309-941227323C07}" type="presParOf" srcId="{6A41058D-4677-4FD8-BECB-9296484661B5}" destId="{A214494C-47DD-482B-9415-7B01F9957BB9}" srcOrd="25" destOrd="0" presId="urn:microsoft.com/office/officeart/2008/layout/PictureStrips"/>
    <dgm:cxn modelId="{60376F55-DAD7-4F12-B77D-B916EFF91EF2}" type="presParOf" srcId="{6A41058D-4677-4FD8-BECB-9296484661B5}" destId="{43292147-B125-4EFE-9698-A13CF1327D11}" srcOrd="26" destOrd="0" presId="urn:microsoft.com/office/officeart/2008/layout/PictureStrips"/>
    <dgm:cxn modelId="{3370F0CE-1F3C-4345-8939-81F323CAE98C}" type="presParOf" srcId="{43292147-B125-4EFE-9698-A13CF1327D11}" destId="{89CED04A-06F6-492E-B12C-E33B71CAC045}" srcOrd="0" destOrd="0" presId="urn:microsoft.com/office/officeart/2008/layout/PictureStrips"/>
    <dgm:cxn modelId="{9154D3EE-3814-4B9C-B903-0E1DBB3138DB}" type="presParOf" srcId="{43292147-B125-4EFE-9698-A13CF1327D11}" destId="{D21D2076-A4E4-48D2-88E7-6948A2BC1F6E}" srcOrd="1" destOrd="0" presId="urn:microsoft.com/office/officeart/2008/layout/PictureStrips"/>
    <dgm:cxn modelId="{B7CDDC98-FC57-46A6-9AEE-5EA2F3EA5D43}" type="presParOf" srcId="{6A41058D-4677-4FD8-BECB-9296484661B5}" destId="{339B7BFD-6590-4CAE-9567-896402B8F278}" srcOrd="27" destOrd="0" presId="urn:microsoft.com/office/officeart/2008/layout/PictureStrips"/>
    <dgm:cxn modelId="{9F0A1F1C-B8F6-427A-8665-4A89FD17BC7D}" type="presParOf" srcId="{6A41058D-4677-4FD8-BECB-9296484661B5}" destId="{6BA3D17F-BF2E-42C5-8CCE-D1C647FF3D64}" srcOrd="28" destOrd="0" presId="urn:microsoft.com/office/officeart/2008/layout/PictureStrips"/>
    <dgm:cxn modelId="{3E70D7D8-ECB6-45E7-A3FC-7D1EED7DC324}" type="presParOf" srcId="{6BA3D17F-BF2E-42C5-8CCE-D1C647FF3D64}" destId="{69A0EDF5-CE67-49A3-8CF7-2BCEEE9D6183}" srcOrd="0" destOrd="0" presId="urn:microsoft.com/office/officeart/2008/layout/PictureStrips"/>
    <dgm:cxn modelId="{8CBBD585-0DED-42E4-8EA7-191C61F41EC0}" type="presParOf" srcId="{6BA3D17F-BF2E-42C5-8CCE-D1C647FF3D64}" destId="{7A43F0D0-AC3B-4BD4-8073-352507079F73}" srcOrd="1" destOrd="0" presId="urn:microsoft.com/office/officeart/2008/layout/PictureStrips"/>
    <dgm:cxn modelId="{9C911AF1-146C-4752-A32C-753B62F27B23}" type="presParOf" srcId="{6A41058D-4677-4FD8-BECB-9296484661B5}" destId="{916FDF23-E483-4894-8DF8-1335B2A52600}" srcOrd="29" destOrd="0" presId="urn:microsoft.com/office/officeart/2008/layout/PictureStrips"/>
    <dgm:cxn modelId="{C9A02B2A-CDFD-40D0-8982-3BFC2A5886B5}" type="presParOf" srcId="{6A41058D-4677-4FD8-BECB-9296484661B5}" destId="{7C9A59A4-6966-44C4-B9B1-B1AA0B3A4B88}" srcOrd="30" destOrd="0" presId="urn:microsoft.com/office/officeart/2008/layout/PictureStrips"/>
    <dgm:cxn modelId="{979A6FD6-A0E2-4C4D-928E-D10AC372E8C4}" type="presParOf" srcId="{7C9A59A4-6966-44C4-B9B1-B1AA0B3A4B88}" destId="{132E89D3-FE95-4DE9-AB92-A82AF4F5C8CB}" srcOrd="0" destOrd="0" presId="urn:microsoft.com/office/officeart/2008/layout/PictureStrips"/>
    <dgm:cxn modelId="{7A536393-534C-43E4-87B7-3EF6227EC938}" type="presParOf" srcId="{7C9A59A4-6966-44C4-B9B1-B1AA0B3A4B88}" destId="{6D088C06-277A-4EFD-A5F3-70E0CB6C34A5}" srcOrd="1" destOrd="0" presId="urn:microsoft.com/office/officeart/2008/layout/PictureStrips"/>
    <dgm:cxn modelId="{7B9490A6-10F9-4BFA-842F-7F9BB95BF203}" type="presParOf" srcId="{6A41058D-4677-4FD8-BECB-9296484661B5}" destId="{16360789-4E52-4B94-9F19-D8EF578A5F1B}" srcOrd="31" destOrd="0" presId="urn:microsoft.com/office/officeart/2008/layout/PictureStrips"/>
    <dgm:cxn modelId="{38A9D73B-1D0E-4E5F-82E7-6ABD0C384E44}" type="presParOf" srcId="{6A41058D-4677-4FD8-BECB-9296484661B5}" destId="{AD574A0B-1884-480E-B4D9-C62E99F62F27}" srcOrd="32" destOrd="0" presId="urn:microsoft.com/office/officeart/2008/layout/PictureStrips"/>
    <dgm:cxn modelId="{18B9F77F-D0F2-4EF9-8B38-D6D3661A2CF8}" type="presParOf" srcId="{AD574A0B-1884-480E-B4D9-C62E99F62F27}" destId="{734D2B21-5776-417E-A3C5-1EFC04A6CA73}" srcOrd="0" destOrd="0" presId="urn:microsoft.com/office/officeart/2008/layout/PictureStrips"/>
    <dgm:cxn modelId="{7896912E-0AD9-4B9F-B5A4-7746E3E5A50D}" type="presParOf" srcId="{AD574A0B-1884-480E-B4D9-C62E99F62F27}" destId="{0DBDF638-8394-4149-90E4-1BA2A9E97337}" srcOrd="1" destOrd="0" presId="urn:microsoft.com/office/officeart/2008/layout/PictureStrips"/>
    <dgm:cxn modelId="{A0331A67-D8E3-4F66-BA4C-48B3DAC5F4C7}" type="presParOf" srcId="{6A41058D-4677-4FD8-BECB-9296484661B5}" destId="{321249E5-013B-4797-88B8-39A41D56FAE7}" srcOrd="33" destOrd="0" presId="urn:microsoft.com/office/officeart/2008/layout/PictureStrips"/>
    <dgm:cxn modelId="{47BB70B8-246F-4FA5-A639-9948B69ADEAA}" type="presParOf" srcId="{6A41058D-4677-4FD8-BECB-9296484661B5}" destId="{E89F2647-952C-496E-8C22-198D05025B0C}" srcOrd="34" destOrd="0" presId="urn:microsoft.com/office/officeart/2008/layout/PictureStrips"/>
    <dgm:cxn modelId="{C87B81C7-E08B-41CD-9C1B-0EE8F6FC7325}" type="presParOf" srcId="{E89F2647-952C-496E-8C22-198D05025B0C}" destId="{23AD7F24-30DD-4D04-8795-A39B63CB08C3}" srcOrd="0" destOrd="0" presId="urn:microsoft.com/office/officeart/2008/layout/PictureStrips"/>
    <dgm:cxn modelId="{BE14B0A1-6EE9-4A2D-8BF0-15AE648A6308}" type="presParOf" srcId="{E89F2647-952C-496E-8C22-198D05025B0C}" destId="{585A178E-6BAF-4586-A9B1-E65CF84395A5}" srcOrd="1" destOrd="0" presId="urn:microsoft.com/office/officeart/2008/layout/PictureStrips"/>
    <dgm:cxn modelId="{8C69C48B-E760-459F-A1AE-41A614C46475}" type="presParOf" srcId="{6A41058D-4677-4FD8-BECB-9296484661B5}" destId="{5F5E38D6-2E1F-4980-AD1E-FA919DD7F3F7}" srcOrd="35" destOrd="0" presId="urn:microsoft.com/office/officeart/2008/layout/PictureStrips"/>
    <dgm:cxn modelId="{77F85D29-94CE-46B3-9C5F-818F1F93CFC5}" type="presParOf" srcId="{6A41058D-4677-4FD8-BECB-9296484661B5}" destId="{0268A247-BE70-4355-BE32-995EA222CADC}" srcOrd="36" destOrd="0" presId="urn:microsoft.com/office/officeart/2008/layout/PictureStrips"/>
    <dgm:cxn modelId="{2F5575BB-55BA-4034-83B8-70CBF9F90EB5}" type="presParOf" srcId="{0268A247-BE70-4355-BE32-995EA222CADC}" destId="{F57E00CF-CC56-4219-867E-C38FE68D1B06}" srcOrd="0" destOrd="0" presId="urn:microsoft.com/office/officeart/2008/layout/PictureStrips"/>
    <dgm:cxn modelId="{3437FFE1-806B-4B79-A6F0-7474D4F6CBDD}" type="presParOf" srcId="{0268A247-BE70-4355-BE32-995EA222CADC}" destId="{95CF109A-06B6-4B64-BEA2-5E542B9160D3}" srcOrd="1" destOrd="0" presId="urn:microsoft.com/office/officeart/2008/layout/PictureStrips"/>
  </dgm:cxnLst>
  <dgm:bg>
    <a:solidFill>
      <a:schemeClr val="tx1">
        <a:alpha val="70000"/>
      </a:schemeClr>
    </a:solidFill>
  </dgm:bg>
  <dgm:whole>
    <a:ln w="19050">
      <a:solidFill>
        <a:schemeClr val="bg1"/>
      </a:solidFill>
      <a:prstDash val="solid"/>
    </a:ln>
  </dgm:whole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866D2C-827E-4B7B-B206-6C17643B3F3E}" type="doc">
      <dgm:prSet loTypeId="urn:microsoft.com/office/officeart/2008/layout/PictureStrips" loCatId="pictur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D"/>
        </a:p>
      </dgm:t>
    </dgm:pt>
    <dgm:pt modelId="{7EE6785C-0723-47A0-AEA1-690EE1F7CABF}">
      <dgm:prSet phldrT="[Text]"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AGUNG WALIANSYAH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CCFAF7AF-DD8E-4770-9E83-979E971562B9}" type="par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1A70C40-95EA-4978-AAFE-ABB18B6913C1}" type="sibTrans" cxnId="{347C91D7-26EB-4B0D-B548-78AD3E8C89A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7FFADEE-6C4E-4315-B36C-A44E4EF20254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ALVIN PUSPA WARDANI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7B5B6C70-4E47-4C02-A292-BCF616CFF557}" type="parTrans" cxnId="{678A05E8-32DE-4BB3-9FD7-2726A3CAC0A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13814DD-DEA7-48AC-9FEE-05CB521F167A}" type="sibTrans" cxnId="{678A05E8-32DE-4BB3-9FD7-2726A3CAC0A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D982A79C-C847-4F73-A8E6-0EF1B47B6466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CITRA CORNELIUS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00EA3DC3-17EC-445B-ACD0-B8D7287F8650}" type="parTrans" cxnId="{B0AA0CAA-8983-424B-B760-902A31E26EA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E45DA028-3B1F-4298-8D9A-FCBCAEA61C68}" type="sibTrans" cxnId="{B0AA0CAA-8983-424B-B760-902A31E26EA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CE5AB54-D392-4638-98B6-692BAC5BD707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DELLA SUSILAWATI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5C9C3010-CF74-44B0-9F86-13A7C64C7097}" type="parTrans" cxnId="{65EC30E9-AA28-4E8B-94FC-458F91A86D9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551C91E5-647B-4A74-BBFD-DA95AFAF9445}" type="sibTrans" cxnId="{65EC30E9-AA28-4E8B-94FC-458F91A86D9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486C62B-B6EF-4A69-8F33-68433201BAFA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EKA MARDIYANI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E4E0FD36-9920-4A85-84C2-D058663A6BD5}" type="parTrans" cxnId="{2111524B-D237-4D73-906F-4EE3DA1A86C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C9238B1-91F1-4E1D-9476-7D9926D3A337}" type="sibTrans" cxnId="{2111524B-D237-4D73-906F-4EE3DA1A86C2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2A2FC7E-202D-4883-9E59-CCED62E4AB91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ELANG SUGIONO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B50278E1-B4D5-4FAF-A561-805A4D7FBB2A}" type="parTrans" cxnId="{908BE50A-7357-48E2-B1F6-BF4F6117C4F8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29E9BAA-6FF4-4152-BC8F-D3CCBA64691E}" type="sibTrans" cxnId="{908BE50A-7357-48E2-B1F6-BF4F6117C4F8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38F21315-2F15-4E82-B1C1-68F373BC2B4D}">
      <dgm:prSet custT="1"/>
      <dgm:spPr/>
      <dgm:t>
        <a:bodyPr/>
        <a:lstStyle/>
        <a:p>
          <a:r>
            <a:rPr lang="en-ID" sz="400" b="1" i="0" u="none" dirty="0">
              <a:solidFill>
                <a:schemeClr val="bg1"/>
              </a:solidFill>
              <a:latin typeface="Comic Sans MS" pitchFamily="66" charset="0"/>
            </a:rPr>
            <a:t>FERINA PUJANGGAWATI</a:t>
          </a:r>
          <a:endParaRPr lang="en-ID" sz="4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E71572D3-6896-4E61-B05C-24D8F8C864F6}" type="parTrans" cxnId="{63F354E2-0713-4E4F-B605-A983BF68FF9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6CD609B-65BC-4BC0-9D18-3C90852D029D}" type="sibTrans" cxnId="{63F354E2-0713-4E4F-B605-A983BF68FF9F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B405385-89D6-42B8-9EAA-4BD807FDC2DB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GIACINTA RENA GAYATRI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EB6443C1-BFCE-4D0C-8CDE-2DD306C94F3A}" type="parTrans" cxnId="{5385ABFD-956E-47E8-AE55-C12FC145ADE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41A79F47-F196-40D5-A8AA-F4B958A8A02C}" type="sibTrans" cxnId="{5385ABFD-956E-47E8-AE55-C12FC145ADE9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6436F7EA-1DD8-4CB3-A79E-7672B9066A09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HELMI FAHRI DWI GUNA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F9DE8802-9D3E-4B80-8247-268E08B4427E}" type="parTrans" cxnId="{D6EB89E9-119A-46CD-97F7-026F23243CC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87241AF7-831A-4695-8B75-C8CDC0BB9F5B}" type="sibTrans" cxnId="{D6EB89E9-119A-46CD-97F7-026F23243CC3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D937D51F-F3CD-425B-89C7-66BC92CACCB7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MARINA SEPTIANTI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DA8F00BA-94F3-41D8-81A5-C6ACB261CA1A}" type="parTrans" cxnId="{6CFBF772-DB9F-420D-AB51-2B0E46D7306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7A33B25-4402-462D-8E06-8A87C22BEEB0}" type="sibTrans" cxnId="{6CFBF772-DB9F-420D-AB51-2B0E46D73065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C8A4DB9-A058-4C7A-8B9B-77B7FAFCE3F4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MIKA FRAMIKA MARANTIKA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FE50B8BF-94C5-470F-B948-0F48B3759C03}" type="parTrans" cxnId="{4ABFA20D-FAA5-4F5C-B94A-D94539D7A81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7A9CDA3-7736-4B8B-9EFA-D022C248A337}" type="sibTrans" cxnId="{4ABFA20D-FAA5-4F5C-B94A-D94539D7A81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83BEA46-3713-449E-8656-61078B66C224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REZHA RIZKIA ANANDITA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5A6CF0B1-EB0A-4F2C-9A2C-F1CE26F05052}" type="parTrans" cxnId="{9204B4AD-532C-4A29-8359-70D271EA3AC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AF73514-6AFD-42C0-A25A-CB975353F654}" type="sibTrans" cxnId="{9204B4AD-532C-4A29-8359-70D271EA3AC0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F288B431-D181-4009-B320-1D94E183A96A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RIDWAN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03242D65-39B1-404F-995F-25208E846D3B}" type="parTrans" cxnId="{BFA47224-EDAD-41DB-83BC-DDE64CE4B08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6538273F-D06D-45AC-A19E-43A97851D609}" type="sibTrans" cxnId="{BFA47224-EDAD-41DB-83BC-DDE64CE4B08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A995CCF-2944-400F-9674-D0021F950A32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SISWANTO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13BFB6D7-32F9-4261-AB90-FB604898FF37}" type="parTrans" cxnId="{557794F9-A11B-4D97-B8E9-3B70282C1A6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917181E3-B911-49E4-AAF6-2295CEC0E8AB}" type="sibTrans" cxnId="{557794F9-A11B-4D97-B8E9-3B70282C1A67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209A544B-7A44-4AA8-A426-D3C7E6B8A975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SYARA SITI NURJANAH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45345DE2-F917-4092-BF14-52B2038C5B00}" type="parTrans" cxnId="{79BD7695-CF74-44C5-9A2C-400AE82A5DC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6795450-45EB-459A-A4C4-CF23EBCC8AC9}" type="sibTrans" cxnId="{79BD7695-CF74-44C5-9A2C-400AE82A5DCA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C2FC29F8-8B03-471B-8618-B317B069978D}">
      <dgm:prSet custT="1"/>
      <dgm:spPr/>
      <dgm:t>
        <a:bodyPr/>
        <a:lstStyle/>
        <a:p>
          <a:r>
            <a:rPr lang="en-ID" sz="500" b="1" i="0" u="none">
              <a:solidFill>
                <a:schemeClr val="bg1"/>
              </a:solidFill>
              <a:latin typeface="Comic Sans MS" pitchFamily="66" charset="0"/>
            </a:rPr>
            <a:t>ULUNG TRIHANDOYO</a:t>
          </a:r>
          <a:endParaRPr lang="en-ID" sz="500" b="1">
            <a:solidFill>
              <a:schemeClr val="bg1"/>
            </a:solidFill>
            <a:latin typeface="Comic Sans MS" pitchFamily="66" charset="0"/>
          </a:endParaRPr>
        </a:p>
      </dgm:t>
    </dgm:pt>
    <dgm:pt modelId="{37755EF3-10E1-4CBE-B6ED-E17DA9A2BF6B}" type="parTrans" cxnId="{C90520B2-A9C0-4A1F-A4EB-04511721422E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A1D56C52-55AF-4BCE-88F1-7F48CEDFD621}" type="sibTrans" cxnId="{C90520B2-A9C0-4A1F-A4EB-04511721422E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19D15963-29A1-4D20-B130-24E2EAC55397}">
      <dgm:prSet custT="1"/>
      <dgm:spPr/>
      <dgm:t>
        <a:bodyPr/>
        <a:lstStyle/>
        <a:p>
          <a:r>
            <a:rPr lang="en-ID" sz="500" b="1" i="0" u="none" dirty="0">
              <a:solidFill>
                <a:schemeClr val="bg1"/>
              </a:solidFill>
              <a:latin typeface="Comic Sans MS" pitchFamily="66" charset="0"/>
            </a:rPr>
            <a:t>VENI VERANIKA KANIA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E388E847-B626-4F77-8946-AA81087E64DF}" type="parTrans" cxnId="{D8F8525B-8F66-4EEB-91E6-DA914EFE60D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0ACD4ABF-E35C-432B-9558-7F40EBFDCB90}" type="sibTrans" cxnId="{D8F8525B-8F66-4EEB-91E6-DA914EFE60D1}">
      <dgm:prSet/>
      <dgm:spPr/>
      <dgm:t>
        <a:bodyPr/>
        <a:lstStyle/>
        <a:p>
          <a:endParaRPr lang="en-ID" sz="1600" b="1">
            <a:solidFill>
              <a:schemeClr val="bg1"/>
            </a:solidFill>
            <a:latin typeface="Comic Sans MS" pitchFamily="66" charset="0"/>
          </a:endParaRPr>
        </a:p>
      </dgm:t>
    </dgm:pt>
    <dgm:pt modelId="{78261871-A018-4C6E-B185-3F405C7C6DD4}">
      <dgm:prSet custT="1"/>
      <dgm:spPr/>
      <dgm:t>
        <a:bodyPr/>
        <a:lstStyle/>
        <a:p>
          <a:r>
            <a:rPr lang="en-US" sz="500" b="1" dirty="0">
              <a:solidFill>
                <a:schemeClr val="bg1"/>
              </a:solidFill>
              <a:latin typeface="Comic Sans MS" pitchFamily="66" charset="0"/>
            </a:rPr>
            <a:t>HENDRY DAVID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54DE9F3B-6DA3-48F5-A819-00A775485319}" type="parTrans" cxnId="{C0FE3D61-ECE6-4CBB-A32A-8D618CF82B6B}">
      <dgm:prSet/>
      <dgm:spPr/>
      <dgm:t>
        <a:bodyPr/>
        <a:lstStyle/>
        <a:p>
          <a:endParaRPr lang="en-ID" sz="1600" b="1">
            <a:latin typeface="Comic Sans MS" pitchFamily="66" charset="0"/>
          </a:endParaRPr>
        </a:p>
      </dgm:t>
    </dgm:pt>
    <dgm:pt modelId="{B91061D3-E7D6-4F38-BFAD-5F352EA10755}" type="sibTrans" cxnId="{C0FE3D61-ECE6-4CBB-A32A-8D618CF82B6B}">
      <dgm:prSet/>
      <dgm:spPr/>
      <dgm:t>
        <a:bodyPr/>
        <a:lstStyle/>
        <a:p>
          <a:endParaRPr lang="en-ID" sz="1600" b="1">
            <a:latin typeface="Comic Sans MS" pitchFamily="66" charset="0"/>
          </a:endParaRPr>
        </a:p>
      </dgm:t>
    </dgm:pt>
    <dgm:pt modelId="{0D1B9C78-771A-478A-BC81-D21159159AF0}">
      <dgm:prSet custT="1"/>
      <dgm:spPr/>
      <dgm:t>
        <a:bodyPr/>
        <a:lstStyle/>
        <a:p>
          <a:r>
            <a:rPr lang="en-US" sz="500" b="1" dirty="0">
              <a:solidFill>
                <a:schemeClr val="bg1"/>
              </a:solidFill>
              <a:latin typeface="Comic Sans MS" pitchFamily="66" charset="0"/>
            </a:rPr>
            <a:t>IPAN SOPIYAN</a:t>
          </a:r>
          <a:endParaRPr lang="en-ID" sz="500" b="1" dirty="0">
            <a:solidFill>
              <a:schemeClr val="bg1"/>
            </a:solidFill>
            <a:latin typeface="Comic Sans MS" pitchFamily="66" charset="0"/>
          </a:endParaRPr>
        </a:p>
      </dgm:t>
    </dgm:pt>
    <dgm:pt modelId="{775885A5-6FD0-4FB7-B9D7-207C4B790B4B}" type="parTrans" cxnId="{650AF6FF-D262-478C-B889-C70CAE21B96A}">
      <dgm:prSet/>
      <dgm:spPr/>
      <dgm:t>
        <a:bodyPr/>
        <a:lstStyle/>
        <a:p>
          <a:endParaRPr lang="en-ID" sz="1600" b="1">
            <a:latin typeface="Comic Sans MS" pitchFamily="66" charset="0"/>
          </a:endParaRPr>
        </a:p>
      </dgm:t>
    </dgm:pt>
    <dgm:pt modelId="{D9110C09-D58A-44AD-9F82-F61D8736D935}" type="sibTrans" cxnId="{650AF6FF-D262-478C-B889-C70CAE21B96A}">
      <dgm:prSet/>
      <dgm:spPr/>
      <dgm:t>
        <a:bodyPr/>
        <a:lstStyle/>
        <a:p>
          <a:endParaRPr lang="en-ID" sz="1600" b="1">
            <a:latin typeface="Comic Sans MS" pitchFamily="66" charset="0"/>
          </a:endParaRPr>
        </a:p>
      </dgm:t>
    </dgm:pt>
    <dgm:pt modelId="{6A41058D-4677-4FD8-BECB-9296484661B5}" type="pres">
      <dgm:prSet presAssocID="{5C866D2C-827E-4B7B-B206-6C17643B3F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F72D1E-144D-4CAC-8564-1B3AE3D92AF7}" type="pres">
      <dgm:prSet presAssocID="{7EE6785C-0723-47A0-AEA1-690EE1F7CABF}" presName="composite" presStyleCnt="0"/>
      <dgm:spPr/>
    </dgm:pt>
    <dgm:pt modelId="{867B67BC-78A2-4E2F-85DA-56A1DCAEC41B}" type="pres">
      <dgm:prSet presAssocID="{7EE6785C-0723-47A0-AEA1-690EE1F7CABF}" presName="rect1" presStyleLbl="trAlignAcc1" presStyleIdx="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67970-C582-47CA-ADAD-835B499839E3}" type="pres">
      <dgm:prSet presAssocID="{7EE6785C-0723-47A0-AEA1-690EE1F7CABF}" presName="rect2" presStyleLbl="fgImgPlace1" presStyleIdx="0" presStyleCnt="19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20D75ED5-3345-467A-A8AC-1D45BFEE91A8}" type="pres">
      <dgm:prSet presAssocID="{81A70C40-95EA-4978-AAFE-ABB18B6913C1}" presName="sibTrans" presStyleCnt="0"/>
      <dgm:spPr/>
    </dgm:pt>
    <dgm:pt modelId="{31E21842-83C9-4FEA-A294-4AC691119459}" type="pres">
      <dgm:prSet presAssocID="{77FFADEE-6C4E-4315-B36C-A44E4EF20254}" presName="composite" presStyleCnt="0"/>
      <dgm:spPr/>
    </dgm:pt>
    <dgm:pt modelId="{1555E1BC-6260-4165-8D01-ACC654C0ED75}" type="pres">
      <dgm:prSet presAssocID="{77FFADEE-6C4E-4315-B36C-A44E4EF20254}" presName="rect1" presStyleLbl="trAlignAcc1" presStyleIdx="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ED8601-F527-4FB8-A932-A647156AD0F5}" type="pres">
      <dgm:prSet presAssocID="{77FFADEE-6C4E-4315-B36C-A44E4EF20254}" presName="rect2" presStyleLbl="fgImgPlace1" presStyleIdx="1" presStyleCnt="19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7884CB92-2055-4868-BB8D-2F515F0CE8D2}" type="pres">
      <dgm:prSet presAssocID="{913814DD-DEA7-48AC-9FEE-05CB521F167A}" presName="sibTrans" presStyleCnt="0"/>
      <dgm:spPr/>
    </dgm:pt>
    <dgm:pt modelId="{40F859BF-7931-49E0-A4A7-D1ACF8C32B20}" type="pres">
      <dgm:prSet presAssocID="{0D1B9C78-771A-478A-BC81-D21159159AF0}" presName="composite" presStyleCnt="0"/>
      <dgm:spPr/>
    </dgm:pt>
    <dgm:pt modelId="{2BFD15D0-095C-4F91-BBC7-DFB3CC03F332}" type="pres">
      <dgm:prSet presAssocID="{0D1B9C78-771A-478A-BC81-D21159159AF0}" presName="rect1" presStyleLbl="trAlignAcc1" presStyleIdx="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A6E72-5D44-4694-84DC-5BD96EA14975}" type="pres">
      <dgm:prSet presAssocID="{0D1B9C78-771A-478A-BC81-D21159159AF0}" presName="rect2" presStyleLbl="fgImgPlace1" presStyleIdx="2" presStyleCnt="19"/>
      <dgm:spPr>
        <a:blipFill>
          <a:blip xmlns:r="http://schemas.openxmlformats.org/officeDocument/2006/relationships" r:embed="rId3"/>
          <a:srcRect/>
          <a:stretch>
            <a:fillRect l="-6000" r="-6000"/>
          </a:stretch>
        </a:blipFill>
      </dgm:spPr>
    </dgm:pt>
    <dgm:pt modelId="{5A8B795D-EC25-4264-8207-D60B4A153895}" type="pres">
      <dgm:prSet presAssocID="{D9110C09-D58A-44AD-9F82-F61D8736D935}" presName="sibTrans" presStyleCnt="0"/>
      <dgm:spPr/>
    </dgm:pt>
    <dgm:pt modelId="{AD517C42-B676-40AA-8DA7-4C39F0700BEF}" type="pres">
      <dgm:prSet presAssocID="{78261871-A018-4C6E-B185-3F405C7C6DD4}" presName="composite" presStyleCnt="0"/>
      <dgm:spPr/>
    </dgm:pt>
    <dgm:pt modelId="{1C326FB7-277A-406A-8C62-898B35BF8550}" type="pres">
      <dgm:prSet presAssocID="{78261871-A018-4C6E-B185-3F405C7C6DD4}" presName="rect1" presStyleLbl="trAlignAcc1" presStyleIdx="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CF8038-9467-4FF7-BF83-B3E4A8F47BD0}" type="pres">
      <dgm:prSet presAssocID="{78261871-A018-4C6E-B185-3F405C7C6DD4}" presName="rect2" presStyleLbl="fgImgPlace1" presStyleIdx="3" presStyleCnt="19"/>
      <dgm:spPr>
        <a:blipFill>
          <a:blip xmlns:r="http://schemas.openxmlformats.org/officeDocument/2006/relationships" r:embed="rId4"/>
          <a:srcRect/>
          <a:stretch>
            <a:fillRect l="-6000" r="-6000"/>
          </a:stretch>
        </a:blipFill>
      </dgm:spPr>
    </dgm:pt>
    <dgm:pt modelId="{CAF5096C-F491-4F30-84D2-0FB1CD330DE2}" type="pres">
      <dgm:prSet presAssocID="{B91061D3-E7D6-4F38-BFAD-5F352EA10755}" presName="sibTrans" presStyleCnt="0"/>
      <dgm:spPr/>
    </dgm:pt>
    <dgm:pt modelId="{D4D648D0-7CA1-4686-A168-E86606F59F7A}" type="pres">
      <dgm:prSet presAssocID="{D982A79C-C847-4F73-A8E6-0EF1B47B6466}" presName="composite" presStyleCnt="0"/>
      <dgm:spPr/>
    </dgm:pt>
    <dgm:pt modelId="{9A2B0F1F-87C4-47D2-96F3-A6EEBF44CF13}" type="pres">
      <dgm:prSet presAssocID="{D982A79C-C847-4F73-A8E6-0EF1B47B6466}" presName="rect1" presStyleLbl="trAlignAcc1" presStyleIdx="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705E09-6D46-481F-B29C-09F0D2E85E7F}" type="pres">
      <dgm:prSet presAssocID="{D982A79C-C847-4F73-A8E6-0EF1B47B6466}" presName="rect2" presStyleLbl="fgImgPlace1" presStyleIdx="4" presStyleCnt="19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000" b="-19000"/>
          </a:stretch>
        </a:blipFill>
      </dgm:spPr>
    </dgm:pt>
    <dgm:pt modelId="{8686F2B1-0AD5-4899-A30E-C6F576A5624C}" type="pres">
      <dgm:prSet presAssocID="{E45DA028-3B1F-4298-8D9A-FCBCAEA61C68}" presName="sibTrans" presStyleCnt="0"/>
      <dgm:spPr/>
    </dgm:pt>
    <dgm:pt modelId="{4CCBD7BE-1135-43D0-B995-5914C1C3F3F0}" type="pres">
      <dgm:prSet presAssocID="{ACE5AB54-D392-4638-98B6-692BAC5BD707}" presName="composite" presStyleCnt="0"/>
      <dgm:spPr/>
    </dgm:pt>
    <dgm:pt modelId="{4423A9C6-57FC-40FF-990E-1F51B7D5A639}" type="pres">
      <dgm:prSet presAssocID="{ACE5AB54-D392-4638-98B6-692BAC5BD707}" presName="rect1" presStyleLbl="trAlignAcc1" presStyleIdx="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AB91FD-01FA-4078-8CB9-1C9779A9A3C2}" type="pres">
      <dgm:prSet presAssocID="{ACE5AB54-D392-4638-98B6-692BAC5BD707}" presName="rect2" presStyleLbl="fgImgPlace1" presStyleIdx="5" presStyleCnt="19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</dgm:pt>
    <dgm:pt modelId="{FF76A648-E56D-4502-8077-820395EFE399}" type="pres">
      <dgm:prSet presAssocID="{551C91E5-647B-4A74-BBFD-DA95AFAF9445}" presName="sibTrans" presStyleCnt="0"/>
      <dgm:spPr/>
    </dgm:pt>
    <dgm:pt modelId="{FF141A2D-6333-4EAC-87D5-5D2BBC9E5DA6}" type="pres">
      <dgm:prSet presAssocID="{1486C62B-B6EF-4A69-8F33-68433201BAFA}" presName="composite" presStyleCnt="0"/>
      <dgm:spPr/>
    </dgm:pt>
    <dgm:pt modelId="{C304B9DC-D84B-4A57-A089-408674DAE971}" type="pres">
      <dgm:prSet presAssocID="{1486C62B-B6EF-4A69-8F33-68433201BAFA}" presName="rect1" presStyleLbl="trAlignAcc1" presStyleIdx="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859034-E651-4322-A5BB-E6E1620DE0B1}" type="pres">
      <dgm:prSet presAssocID="{1486C62B-B6EF-4A69-8F33-68433201BAFA}" presName="rect2" presStyleLbl="fgImgPlace1" presStyleIdx="6" presStyleCnt="19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dgm:spPr>
    </dgm:pt>
    <dgm:pt modelId="{F1DBCFB2-5BEC-4E3D-8AA1-E5E9CE6D4530}" type="pres">
      <dgm:prSet presAssocID="{8C9238B1-91F1-4E1D-9476-7D9926D3A337}" presName="sibTrans" presStyleCnt="0"/>
      <dgm:spPr/>
    </dgm:pt>
    <dgm:pt modelId="{1C6AA900-EED7-4012-B71B-9F6F064631DF}" type="pres">
      <dgm:prSet presAssocID="{22A2FC7E-202D-4883-9E59-CCED62E4AB91}" presName="composite" presStyleCnt="0"/>
      <dgm:spPr/>
    </dgm:pt>
    <dgm:pt modelId="{00E552E2-B11F-40A7-8F58-706035EF130A}" type="pres">
      <dgm:prSet presAssocID="{22A2FC7E-202D-4883-9E59-CCED62E4AB91}" presName="rect1" presStyleLbl="trAlignAcc1" presStyleIdx="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63B5DC-BE8F-4C7F-8F2F-288D57795AA4}" type="pres">
      <dgm:prSet presAssocID="{22A2FC7E-202D-4883-9E59-CCED62E4AB91}" presName="rect2" presStyleLbl="fgImgPlace1" presStyleIdx="7" presStyleCnt="19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D2EC491C-644A-459F-94CC-7D0ADF7C952F}" type="pres">
      <dgm:prSet presAssocID="{A29E9BAA-6FF4-4152-BC8F-D3CCBA64691E}" presName="sibTrans" presStyleCnt="0"/>
      <dgm:spPr/>
    </dgm:pt>
    <dgm:pt modelId="{B6996E88-276F-4BA9-BBB3-DC09527318F2}" type="pres">
      <dgm:prSet presAssocID="{38F21315-2F15-4E82-B1C1-68F373BC2B4D}" presName="composite" presStyleCnt="0"/>
      <dgm:spPr/>
    </dgm:pt>
    <dgm:pt modelId="{5F038F08-1051-4F93-AAFB-7B7B2DA5DC7B}" type="pres">
      <dgm:prSet presAssocID="{38F21315-2F15-4E82-B1C1-68F373BC2B4D}" presName="rect1" presStyleLbl="trAlignAcc1" presStyleIdx="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5611BA-8A90-496D-B11D-A5D56A6DEA72}" type="pres">
      <dgm:prSet presAssocID="{38F21315-2F15-4E82-B1C1-68F373BC2B4D}" presName="rect2" presStyleLbl="fgImgPlace1" presStyleIdx="8" presStyleCnt="19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53C337C3-BCE3-4C50-8C71-19D2166E0E0F}" type="pres">
      <dgm:prSet presAssocID="{A6CD609B-65BC-4BC0-9D18-3C90852D029D}" presName="sibTrans" presStyleCnt="0"/>
      <dgm:spPr/>
    </dgm:pt>
    <dgm:pt modelId="{D01563FC-DB70-459B-9363-F55007978851}" type="pres">
      <dgm:prSet presAssocID="{2B405385-89D6-42B8-9EAA-4BD807FDC2DB}" presName="composite" presStyleCnt="0"/>
      <dgm:spPr/>
    </dgm:pt>
    <dgm:pt modelId="{F41B5E96-6127-4315-87FF-22C72FCBFE7C}" type="pres">
      <dgm:prSet presAssocID="{2B405385-89D6-42B8-9EAA-4BD807FDC2DB}" presName="rect1" presStyleLbl="trAlignAcc1" presStyleIdx="9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1AE0D5-DFED-46F7-BEA5-5A8ED0EA53D5}" type="pres">
      <dgm:prSet presAssocID="{2B405385-89D6-42B8-9EAA-4BD807FDC2DB}" presName="rect2" presStyleLbl="fgImgPlace1" presStyleIdx="9" presStyleCnt="19"/>
      <dgm:spPr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531F6C95-2B6A-4679-985E-1CCC81F3691E}" type="pres">
      <dgm:prSet presAssocID="{41A79F47-F196-40D5-A8AA-F4B958A8A02C}" presName="sibTrans" presStyleCnt="0"/>
      <dgm:spPr/>
    </dgm:pt>
    <dgm:pt modelId="{B54B4F2C-E58E-48F1-AAED-15A63246D119}" type="pres">
      <dgm:prSet presAssocID="{6436F7EA-1DD8-4CB3-A79E-7672B9066A09}" presName="composite" presStyleCnt="0"/>
      <dgm:spPr/>
    </dgm:pt>
    <dgm:pt modelId="{91EF5391-A2A0-4026-B434-5538B4647104}" type="pres">
      <dgm:prSet presAssocID="{6436F7EA-1DD8-4CB3-A79E-7672B9066A09}" presName="rect1" presStyleLbl="trAlignAcc1" presStyleIdx="10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D47053-63C8-4258-99D3-E15DA1BDCA4E}" type="pres">
      <dgm:prSet presAssocID="{6436F7EA-1DD8-4CB3-A79E-7672B9066A09}" presName="rect2" presStyleLbl="fgImgPlace1" presStyleIdx="10" presStyleCnt="19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2000" b="-22000"/>
          </a:stretch>
        </a:blipFill>
      </dgm:spPr>
    </dgm:pt>
    <dgm:pt modelId="{0DF2B6DC-A5AC-4ABD-809A-9A6D849E1CFF}" type="pres">
      <dgm:prSet presAssocID="{87241AF7-831A-4695-8B75-C8CDC0BB9F5B}" presName="sibTrans" presStyleCnt="0"/>
      <dgm:spPr/>
    </dgm:pt>
    <dgm:pt modelId="{51CFD17D-3E97-432B-B599-3F425479A090}" type="pres">
      <dgm:prSet presAssocID="{D937D51F-F3CD-425B-89C7-66BC92CACCB7}" presName="composite" presStyleCnt="0"/>
      <dgm:spPr/>
    </dgm:pt>
    <dgm:pt modelId="{C42843CF-660A-451F-B31E-9E63725175C1}" type="pres">
      <dgm:prSet presAssocID="{D937D51F-F3CD-425B-89C7-66BC92CACCB7}" presName="rect1" presStyleLbl="trAlignAcc1" presStyleIdx="11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BE03DB-C2BC-490C-B2F8-957162B66AAF}" type="pres">
      <dgm:prSet presAssocID="{D937D51F-F3CD-425B-89C7-66BC92CACCB7}" presName="rect2" presStyleLbl="fgImgPlace1" presStyleIdx="11" presStyleCnt="19"/>
      <dgm:spPr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0699B0F1-F52A-458D-9FF9-A9B00A3D040C}" type="pres">
      <dgm:prSet presAssocID="{77A33B25-4402-462D-8E06-8A87C22BEEB0}" presName="sibTrans" presStyleCnt="0"/>
      <dgm:spPr/>
    </dgm:pt>
    <dgm:pt modelId="{DEE95062-C689-4BF6-9041-431E9E9FF3A8}" type="pres">
      <dgm:prSet presAssocID="{FC8A4DB9-A058-4C7A-8B9B-77B7FAFCE3F4}" presName="composite" presStyleCnt="0"/>
      <dgm:spPr/>
    </dgm:pt>
    <dgm:pt modelId="{933E6ACF-5A75-4CFB-A399-2F5040F2D11C}" type="pres">
      <dgm:prSet presAssocID="{FC8A4DB9-A058-4C7A-8B9B-77B7FAFCE3F4}" presName="rect1" presStyleLbl="trAlignAcc1" presStyleIdx="12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CF8D3E-54AC-40FE-90E8-18092B7EF684}" type="pres">
      <dgm:prSet presAssocID="{FC8A4DB9-A058-4C7A-8B9B-77B7FAFCE3F4}" presName="rect2" presStyleLbl="fgImgPlace1" presStyleIdx="12" presStyleCnt="19"/>
      <dgm:spPr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910B6205-2EA0-41B7-884D-BBBA4395059B}" type="pres">
      <dgm:prSet presAssocID="{07A9CDA3-7736-4B8B-9EFA-D022C248A337}" presName="sibTrans" presStyleCnt="0"/>
      <dgm:spPr/>
    </dgm:pt>
    <dgm:pt modelId="{6F2CA675-2A09-4F46-8A7A-23B280EF0E53}" type="pres">
      <dgm:prSet presAssocID="{983BEA46-3713-449E-8656-61078B66C224}" presName="composite" presStyleCnt="0"/>
      <dgm:spPr/>
    </dgm:pt>
    <dgm:pt modelId="{3AA0A8FF-BEC1-483F-AEEA-C00CBA504AD5}" type="pres">
      <dgm:prSet presAssocID="{983BEA46-3713-449E-8656-61078B66C224}" presName="rect1" presStyleLbl="trAlignAcc1" presStyleIdx="13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F34AFA-93A6-4FBC-AE39-BE4A378111E9}" type="pres">
      <dgm:prSet presAssocID="{983BEA46-3713-449E-8656-61078B66C224}" presName="rect2" presStyleLbl="fgImgPlace1" presStyleIdx="13" presStyleCnt="19"/>
      <dgm:spPr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D61B4903-BAAA-427A-90C2-1BD3DF4F7301}" type="pres">
      <dgm:prSet presAssocID="{CAF73514-6AFD-42C0-A25A-CB975353F654}" presName="sibTrans" presStyleCnt="0"/>
      <dgm:spPr/>
    </dgm:pt>
    <dgm:pt modelId="{ACDB9867-8BDA-4C06-9E51-CEF126924EA6}" type="pres">
      <dgm:prSet presAssocID="{F288B431-D181-4009-B320-1D94E183A96A}" presName="composite" presStyleCnt="0"/>
      <dgm:spPr/>
    </dgm:pt>
    <dgm:pt modelId="{60043827-CC64-4708-B569-0E945129E8DD}" type="pres">
      <dgm:prSet presAssocID="{F288B431-D181-4009-B320-1D94E183A96A}" presName="rect1" presStyleLbl="trAlignAcc1" presStyleIdx="14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30F728-4FDC-4862-99E4-DABD7BF80950}" type="pres">
      <dgm:prSet presAssocID="{F288B431-D181-4009-B320-1D94E183A96A}" presName="rect2" presStyleLbl="fgImgPlace1" presStyleIdx="14" presStyleCnt="19"/>
      <dgm:spPr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</dgm:pt>
    <dgm:pt modelId="{F12F4E86-974D-405D-B518-D0D2A7B6FB48}" type="pres">
      <dgm:prSet presAssocID="{6538273F-D06D-45AC-A19E-43A97851D609}" presName="sibTrans" presStyleCnt="0"/>
      <dgm:spPr/>
    </dgm:pt>
    <dgm:pt modelId="{5DE097D6-04B0-4B94-ADD0-5D23E8698307}" type="pres">
      <dgm:prSet presAssocID="{7A995CCF-2944-400F-9674-D0021F950A32}" presName="composite" presStyleCnt="0"/>
      <dgm:spPr/>
    </dgm:pt>
    <dgm:pt modelId="{ADF74B60-5DAA-4297-A4B4-9DB9B86BCDD0}" type="pres">
      <dgm:prSet presAssocID="{7A995CCF-2944-400F-9674-D0021F950A32}" presName="rect1" presStyleLbl="trAlignAcc1" presStyleIdx="15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7700C4-E9EF-4887-B8BF-DFE24BDD9CBA}" type="pres">
      <dgm:prSet presAssocID="{7A995CCF-2944-400F-9674-D0021F950A32}" presName="rect2" presStyleLbl="fgImgPlace1" presStyleIdx="15" presStyleCnt="19"/>
      <dgm:spPr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4CB092F-4FBF-4958-BCD6-893C01709357}" type="pres">
      <dgm:prSet presAssocID="{917181E3-B911-49E4-AAF6-2295CEC0E8AB}" presName="sibTrans" presStyleCnt="0"/>
      <dgm:spPr/>
    </dgm:pt>
    <dgm:pt modelId="{590C4FCB-F4BD-482F-A3DC-068D0300CAEB}" type="pres">
      <dgm:prSet presAssocID="{209A544B-7A44-4AA8-A426-D3C7E6B8A975}" presName="composite" presStyleCnt="0"/>
      <dgm:spPr/>
    </dgm:pt>
    <dgm:pt modelId="{C247E867-702E-4B3C-ACB7-29295B4C9432}" type="pres">
      <dgm:prSet presAssocID="{209A544B-7A44-4AA8-A426-D3C7E6B8A975}" presName="rect1" presStyleLbl="trAlignAcc1" presStyleIdx="16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78D7DF-2C38-4104-A257-10EC3C1FC773}" type="pres">
      <dgm:prSet presAssocID="{209A544B-7A44-4AA8-A426-D3C7E6B8A975}" presName="rect2" presStyleLbl="fgImgPlace1" presStyleIdx="16" presStyleCnt="19"/>
      <dgm:spPr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C19FA74F-549C-42D1-861E-8BBD6A6B4E96}" type="pres">
      <dgm:prSet presAssocID="{A6795450-45EB-459A-A4C4-CF23EBCC8AC9}" presName="sibTrans" presStyleCnt="0"/>
      <dgm:spPr/>
    </dgm:pt>
    <dgm:pt modelId="{953C0529-D373-4F08-8B57-2227FA84E277}" type="pres">
      <dgm:prSet presAssocID="{C2FC29F8-8B03-471B-8618-B317B069978D}" presName="composite" presStyleCnt="0"/>
      <dgm:spPr/>
    </dgm:pt>
    <dgm:pt modelId="{0EA83298-D623-4997-8F2F-12A2F5BD7D73}" type="pres">
      <dgm:prSet presAssocID="{C2FC29F8-8B03-471B-8618-B317B069978D}" presName="rect1" presStyleLbl="trAlignAcc1" presStyleIdx="17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5732BD-AE16-4E53-9E29-BC4A0F98FFE1}" type="pres">
      <dgm:prSet presAssocID="{C2FC29F8-8B03-471B-8618-B317B069978D}" presName="rect2" presStyleLbl="fgImgPlace1" presStyleIdx="17" presStyleCnt="19"/>
      <dgm:spPr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335B3DB5-273F-42C0-BA38-C3F42458F39D}" type="pres">
      <dgm:prSet presAssocID="{A1D56C52-55AF-4BCE-88F1-7F48CEDFD621}" presName="sibTrans" presStyleCnt="0"/>
      <dgm:spPr/>
    </dgm:pt>
    <dgm:pt modelId="{DE504579-C5A4-4952-AAF7-9313FD1B4BE8}" type="pres">
      <dgm:prSet presAssocID="{19D15963-29A1-4D20-B130-24E2EAC55397}" presName="composite" presStyleCnt="0"/>
      <dgm:spPr/>
    </dgm:pt>
    <dgm:pt modelId="{4B0CCBE2-24F8-48F7-8876-6456FE6F9B1E}" type="pres">
      <dgm:prSet presAssocID="{19D15963-29A1-4D20-B130-24E2EAC55397}" presName="rect1" presStyleLbl="trAlignAcc1" presStyleIdx="18" presStyleCnt="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AA984E-E1A5-4273-ABCD-9FB08F05E315}" type="pres">
      <dgm:prSet presAssocID="{19D15963-29A1-4D20-B130-24E2EAC55397}" presName="rect2" presStyleLbl="fgImgPlace1" presStyleIdx="18" presStyleCnt="19"/>
      <dgm:spPr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</dgm:ptLst>
  <dgm:cxnLst>
    <dgm:cxn modelId="{C90520B2-A9C0-4A1F-A4EB-04511721422E}" srcId="{5C866D2C-827E-4B7B-B206-6C17643B3F3E}" destId="{C2FC29F8-8B03-471B-8618-B317B069978D}" srcOrd="17" destOrd="0" parTransId="{37755EF3-10E1-4CBE-B6ED-E17DA9A2BF6B}" sibTransId="{A1D56C52-55AF-4BCE-88F1-7F48CEDFD621}"/>
    <dgm:cxn modelId="{6CFBF772-DB9F-420D-AB51-2B0E46D73065}" srcId="{5C866D2C-827E-4B7B-B206-6C17643B3F3E}" destId="{D937D51F-F3CD-425B-89C7-66BC92CACCB7}" srcOrd="11" destOrd="0" parTransId="{DA8F00BA-94F3-41D8-81A5-C6ACB261CA1A}" sibTransId="{77A33B25-4402-462D-8E06-8A87C22BEEB0}"/>
    <dgm:cxn modelId="{7D2F94FD-105B-4AD5-9AA8-F514CD16D0D6}" type="presOf" srcId="{D937D51F-F3CD-425B-89C7-66BC92CACCB7}" destId="{C42843CF-660A-451F-B31E-9E63725175C1}" srcOrd="0" destOrd="0" presId="urn:microsoft.com/office/officeart/2008/layout/PictureStrips"/>
    <dgm:cxn modelId="{678A05E8-32DE-4BB3-9FD7-2726A3CAC0A1}" srcId="{5C866D2C-827E-4B7B-B206-6C17643B3F3E}" destId="{77FFADEE-6C4E-4315-B36C-A44E4EF20254}" srcOrd="1" destOrd="0" parTransId="{7B5B6C70-4E47-4C02-A292-BCF616CFF557}" sibTransId="{913814DD-DEA7-48AC-9FEE-05CB521F167A}"/>
    <dgm:cxn modelId="{E52B6A3B-961F-48D6-8600-5B5A79F2BDEE}" type="presOf" srcId="{7A995CCF-2944-400F-9674-D0021F950A32}" destId="{ADF74B60-5DAA-4297-A4B4-9DB9B86BCDD0}" srcOrd="0" destOrd="0" presId="urn:microsoft.com/office/officeart/2008/layout/PictureStrips"/>
    <dgm:cxn modelId="{4ABFA20D-FAA5-4F5C-B94A-D94539D7A810}" srcId="{5C866D2C-827E-4B7B-B206-6C17643B3F3E}" destId="{FC8A4DB9-A058-4C7A-8B9B-77B7FAFCE3F4}" srcOrd="12" destOrd="0" parTransId="{FE50B8BF-94C5-470F-B948-0F48B3759C03}" sibTransId="{07A9CDA3-7736-4B8B-9EFA-D022C248A337}"/>
    <dgm:cxn modelId="{D3AB0A50-B09D-4830-82B8-38926FE1D119}" type="presOf" srcId="{F288B431-D181-4009-B320-1D94E183A96A}" destId="{60043827-CC64-4708-B569-0E945129E8DD}" srcOrd="0" destOrd="0" presId="urn:microsoft.com/office/officeart/2008/layout/PictureStrips"/>
    <dgm:cxn modelId="{8665ECD4-6E0F-4496-A907-0588BFF8E990}" type="presOf" srcId="{C2FC29F8-8B03-471B-8618-B317B069978D}" destId="{0EA83298-D623-4997-8F2F-12A2F5BD7D73}" srcOrd="0" destOrd="0" presId="urn:microsoft.com/office/officeart/2008/layout/PictureStrips"/>
    <dgm:cxn modelId="{347C91D7-26EB-4B0D-B548-78AD3E8C89A2}" srcId="{5C866D2C-827E-4B7B-B206-6C17643B3F3E}" destId="{7EE6785C-0723-47A0-AEA1-690EE1F7CABF}" srcOrd="0" destOrd="0" parTransId="{CCFAF7AF-DD8E-4770-9E83-979E971562B9}" sibTransId="{81A70C40-95EA-4978-AAFE-ABB18B6913C1}"/>
    <dgm:cxn modelId="{7A4D97F4-7BF5-4583-8EA8-0ACC95866767}" type="presOf" srcId="{5C866D2C-827E-4B7B-B206-6C17643B3F3E}" destId="{6A41058D-4677-4FD8-BECB-9296484661B5}" srcOrd="0" destOrd="0" presId="urn:microsoft.com/office/officeart/2008/layout/PictureStrips"/>
    <dgm:cxn modelId="{D8F8525B-8F66-4EEB-91E6-DA914EFE60D1}" srcId="{5C866D2C-827E-4B7B-B206-6C17643B3F3E}" destId="{19D15963-29A1-4D20-B130-24E2EAC55397}" srcOrd="18" destOrd="0" parTransId="{E388E847-B626-4F77-8946-AA81087E64DF}" sibTransId="{0ACD4ABF-E35C-432B-9558-7F40EBFDCB90}"/>
    <dgm:cxn modelId="{BFA47224-EDAD-41DB-83BC-DDE64CE4B087}" srcId="{5C866D2C-827E-4B7B-B206-6C17643B3F3E}" destId="{F288B431-D181-4009-B320-1D94E183A96A}" srcOrd="14" destOrd="0" parTransId="{03242D65-39B1-404F-995F-25208E846D3B}" sibTransId="{6538273F-D06D-45AC-A19E-43A97851D609}"/>
    <dgm:cxn modelId="{650AF6FF-D262-478C-B889-C70CAE21B96A}" srcId="{5C866D2C-827E-4B7B-B206-6C17643B3F3E}" destId="{0D1B9C78-771A-478A-BC81-D21159159AF0}" srcOrd="2" destOrd="0" parTransId="{775885A5-6FD0-4FB7-B9D7-207C4B790B4B}" sibTransId="{D9110C09-D58A-44AD-9F82-F61D8736D935}"/>
    <dgm:cxn modelId="{557794F9-A11B-4D97-B8E9-3B70282C1A67}" srcId="{5C866D2C-827E-4B7B-B206-6C17643B3F3E}" destId="{7A995CCF-2944-400F-9674-D0021F950A32}" srcOrd="15" destOrd="0" parTransId="{13BFB6D7-32F9-4261-AB90-FB604898FF37}" sibTransId="{917181E3-B911-49E4-AAF6-2295CEC0E8AB}"/>
    <dgm:cxn modelId="{47F55493-B3EF-4342-B180-DC0886796F01}" type="presOf" srcId="{19D15963-29A1-4D20-B130-24E2EAC55397}" destId="{4B0CCBE2-24F8-48F7-8876-6456FE6F9B1E}" srcOrd="0" destOrd="0" presId="urn:microsoft.com/office/officeart/2008/layout/PictureStrips"/>
    <dgm:cxn modelId="{9204B4AD-532C-4A29-8359-70D271EA3AC0}" srcId="{5C866D2C-827E-4B7B-B206-6C17643B3F3E}" destId="{983BEA46-3713-449E-8656-61078B66C224}" srcOrd="13" destOrd="0" parTransId="{5A6CF0B1-EB0A-4F2C-9A2C-F1CE26F05052}" sibTransId="{CAF73514-6AFD-42C0-A25A-CB975353F654}"/>
    <dgm:cxn modelId="{908BE50A-7357-48E2-B1F6-BF4F6117C4F8}" srcId="{5C866D2C-827E-4B7B-B206-6C17643B3F3E}" destId="{22A2FC7E-202D-4883-9E59-CCED62E4AB91}" srcOrd="7" destOrd="0" parTransId="{B50278E1-B4D5-4FAF-A561-805A4D7FBB2A}" sibTransId="{A29E9BAA-6FF4-4152-BC8F-D3CCBA64691E}"/>
    <dgm:cxn modelId="{D505588F-5D85-4F13-B025-9F3E55CFEEE1}" type="presOf" srcId="{FC8A4DB9-A058-4C7A-8B9B-77B7FAFCE3F4}" destId="{933E6ACF-5A75-4CFB-A399-2F5040F2D11C}" srcOrd="0" destOrd="0" presId="urn:microsoft.com/office/officeart/2008/layout/PictureStrips"/>
    <dgm:cxn modelId="{C0FE3D61-ECE6-4CBB-A32A-8D618CF82B6B}" srcId="{5C866D2C-827E-4B7B-B206-6C17643B3F3E}" destId="{78261871-A018-4C6E-B185-3F405C7C6DD4}" srcOrd="3" destOrd="0" parTransId="{54DE9F3B-6DA3-48F5-A819-00A775485319}" sibTransId="{B91061D3-E7D6-4F38-BFAD-5F352EA10755}"/>
    <dgm:cxn modelId="{E2116C81-6D8D-43AF-8C4F-B4EEA1F7FD86}" type="presOf" srcId="{ACE5AB54-D392-4638-98B6-692BAC5BD707}" destId="{4423A9C6-57FC-40FF-990E-1F51B7D5A639}" srcOrd="0" destOrd="0" presId="urn:microsoft.com/office/officeart/2008/layout/PictureStrips"/>
    <dgm:cxn modelId="{B0AA0CAA-8983-424B-B760-902A31E26EA9}" srcId="{5C866D2C-827E-4B7B-B206-6C17643B3F3E}" destId="{D982A79C-C847-4F73-A8E6-0EF1B47B6466}" srcOrd="4" destOrd="0" parTransId="{00EA3DC3-17EC-445B-ACD0-B8D7287F8650}" sibTransId="{E45DA028-3B1F-4298-8D9A-FCBCAEA61C68}"/>
    <dgm:cxn modelId="{65EC30E9-AA28-4E8B-94FC-458F91A86D9F}" srcId="{5C866D2C-827E-4B7B-B206-6C17643B3F3E}" destId="{ACE5AB54-D392-4638-98B6-692BAC5BD707}" srcOrd="5" destOrd="0" parTransId="{5C9C3010-CF74-44B0-9F86-13A7C64C7097}" sibTransId="{551C91E5-647B-4A74-BBFD-DA95AFAF9445}"/>
    <dgm:cxn modelId="{44878859-DAF2-40BA-BF74-F1D38160AF36}" type="presOf" srcId="{2B405385-89D6-42B8-9EAA-4BD807FDC2DB}" destId="{F41B5E96-6127-4315-87FF-22C72FCBFE7C}" srcOrd="0" destOrd="0" presId="urn:microsoft.com/office/officeart/2008/layout/PictureStrips"/>
    <dgm:cxn modelId="{D6EB89E9-119A-46CD-97F7-026F23243CC3}" srcId="{5C866D2C-827E-4B7B-B206-6C17643B3F3E}" destId="{6436F7EA-1DD8-4CB3-A79E-7672B9066A09}" srcOrd="10" destOrd="0" parTransId="{F9DE8802-9D3E-4B80-8247-268E08B4427E}" sibTransId="{87241AF7-831A-4695-8B75-C8CDC0BB9F5B}"/>
    <dgm:cxn modelId="{7BEB9280-F2E4-4FAB-9775-6B38BDF804E3}" type="presOf" srcId="{78261871-A018-4C6E-B185-3F405C7C6DD4}" destId="{1C326FB7-277A-406A-8C62-898B35BF8550}" srcOrd="0" destOrd="0" presId="urn:microsoft.com/office/officeart/2008/layout/PictureStrips"/>
    <dgm:cxn modelId="{59E2ADE3-4BC9-4813-8E83-B736EDAD63C1}" type="presOf" srcId="{1486C62B-B6EF-4A69-8F33-68433201BAFA}" destId="{C304B9DC-D84B-4A57-A089-408674DAE971}" srcOrd="0" destOrd="0" presId="urn:microsoft.com/office/officeart/2008/layout/PictureStrips"/>
    <dgm:cxn modelId="{4DAB3C4F-C376-4FF6-A06D-566F758A1219}" type="presOf" srcId="{77FFADEE-6C4E-4315-B36C-A44E4EF20254}" destId="{1555E1BC-6260-4165-8D01-ACC654C0ED75}" srcOrd="0" destOrd="0" presId="urn:microsoft.com/office/officeart/2008/layout/PictureStrips"/>
    <dgm:cxn modelId="{727B8DD0-B2C1-400A-9E98-4E141A36DE7F}" type="presOf" srcId="{0D1B9C78-771A-478A-BC81-D21159159AF0}" destId="{2BFD15D0-095C-4F91-BBC7-DFB3CC03F332}" srcOrd="0" destOrd="0" presId="urn:microsoft.com/office/officeart/2008/layout/PictureStrips"/>
    <dgm:cxn modelId="{CB4B01F0-12A1-4E7B-88BB-E06C9B21704D}" type="presOf" srcId="{D982A79C-C847-4F73-A8E6-0EF1B47B6466}" destId="{9A2B0F1F-87C4-47D2-96F3-A6EEBF44CF13}" srcOrd="0" destOrd="0" presId="urn:microsoft.com/office/officeart/2008/layout/PictureStrips"/>
    <dgm:cxn modelId="{2111524B-D237-4D73-906F-4EE3DA1A86C2}" srcId="{5C866D2C-827E-4B7B-B206-6C17643B3F3E}" destId="{1486C62B-B6EF-4A69-8F33-68433201BAFA}" srcOrd="6" destOrd="0" parTransId="{E4E0FD36-9920-4A85-84C2-D058663A6BD5}" sibTransId="{8C9238B1-91F1-4E1D-9476-7D9926D3A337}"/>
    <dgm:cxn modelId="{F429639C-1CDB-4222-B385-B7DB7111BA25}" type="presOf" srcId="{38F21315-2F15-4E82-B1C1-68F373BC2B4D}" destId="{5F038F08-1051-4F93-AAFB-7B7B2DA5DC7B}" srcOrd="0" destOrd="0" presId="urn:microsoft.com/office/officeart/2008/layout/PictureStrips"/>
    <dgm:cxn modelId="{68E046E2-1165-4F50-B92B-DC535D27DA1D}" type="presOf" srcId="{209A544B-7A44-4AA8-A426-D3C7E6B8A975}" destId="{C247E867-702E-4B3C-ACB7-29295B4C9432}" srcOrd="0" destOrd="0" presId="urn:microsoft.com/office/officeart/2008/layout/PictureStrips"/>
    <dgm:cxn modelId="{5385ABFD-956E-47E8-AE55-C12FC145ADE9}" srcId="{5C866D2C-827E-4B7B-B206-6C17643B3F3E}" destId="{2B405385-89D6-42B8-9EAA-4BD807FDC2DB}" srcOrd="9" destOrd="0" parTransId="{EB6443C1-BFCE-4D0C-8CDE-2DD306C94F3A}" sibTransId="{41A79F47-F196-40D5-A8AA-F4B958A8A02C}"/>
    <dgm:cxn modelId="{63F354E2-0713-4E4F-B605-A983BF68FF9F}" srcId="{5C866D2C-827E-4B7B-B206-6C17643B3F3E}" destId="{38F21315-2F15-4E82-B1C1-68F373BC2B4D}" srcOrd="8" destOrd="0" parTransId="{E71572D3-6896-4E61-B05C-24D8F8C864F6}" sibTransId="{A6CD609B-65BC-4BC0-9D18-3C90852D029D}"/>
    <dgm:cxn modelId="{D2FC0883-0F40-4D40-9B30-4190B231306A}" type="presOf" srcId="{22A2FC7E-202D-4883-9E59-CCED62E4AB91}" destId="{00E552E2-B11F-40A7-8F58-706035EF130A}" srcOrd="0" destOrd="0" presId="urn:microsoft.com/office/officeart/2008/layout/PictureStrips"/>
    <dgm:cxn modelId="{79BD7695-CF74-44C5-9A2C-400AE82A5DCA}" srcId="{5C866D2C-827E-4B7B-B206-6C17643B3F3E}" destId="{209A544B-7A44-4AA8-A426-D3C7E6B8A975}" srcOrd="16" destOrd="0" parTransId="{45345DE2-F917-4092-BF14-52B2038C5B00}" sibTransId="{A6795450-45EB-459A-A4C4-CF23EBCC8AC9}"/>
    <dgm:cxn modelId="{10F9A2F9-DB17-4E63-8D54-020D342937ED}" type="presOf" srcId="{983BEA46-3713-449E-8656-61078B66C224}" destId="{3AA0A8FF-BEC1-483F-AEEA-C00CBA504AD5}" srcOrd="0" destOrd="0" presId="urn:microsoft.com/office/officeart/2008/layout/PictureStrips"/>
    <dgm:cxn modelId="{0345A2AA-EA7F-40F9-92E8-0ABD9B5ED4A5}" type="presOf" srcId="{6436F7EA-1DD8-4CB3-A79E-7672B9066A09}" destId="{91EF5391-A2A0-4026-B434-5538B4647104}" srcOrd="0" destOrd="0" presId="urn:microsoft.com/office/officeart/2008/layout/PictureStrips"/>
    <dgm:cxn modelId="{C3A5751A-19B3-460A-8237-C53E524E60FD}" type="presOf" srcId="{7EE6785C-0723-47A0-AEA1-690EE1F7CABF}" destId="{867B67BC-78A2-4E2F-85DA-56A1DCAEC41B}" srcOrd="0" destOrd="0" presId="urn:microsoft.com/office/officeart/2008/layout/PictureStrips"/>
    <dgm:cxn modelId="{FDA22B0C-A1AC-437B-ABC3-F74EF2F01D9E}" type="presParOf" srcId="{6A41058D-4677-4FD8-BECB-9296484661B5}" destId="{4EF72D1E-144D-4CAC-8564-1B3AE3D92AF7}" srcOrd="0" destOrd="0" presId="urn:microsoft.com/office/officeart/2008/layout/PictureStrips"/>
    <dgm:cxn modelId="{7645BFCB-5D61-4707-81DE-EBD923F039D6}" type="presParOf" srcId="{4EF72D1E-144D-4CAC-8564-1B3AE3D92AF7}" destId="{867B67BC-78A2-4E2F-85DA-56A1DCAEC41B}" srcOrd="0" destOrd="0" presId="urn:microsoft.com/office/officeart/2008/layout/PictureStrips"/>
    <dgm:cxn modelId="{30E7E741-690E-46C8-BEBC-1315C2B6556F}" type="presParOf" srcId="{4EF72D1E-144D-4CAC-8564-1B3AE3D92AF7}" destId="{1F167970-C582-47CA-ADAD-835B499839E3}" srcOrd="1" destOrd="0" presId="urn:microsoft.com/office/officeart/2008/layout/PictureStrips"/>
    <dgm:cxn modelId="{C3EB1ED7-51A1-4B68-B9C5-BD488B89493D}" type="presParOf" srcId="{6A41058D-4677-4FD8-BECB-9296484661B5}" destId="{20D75ED5-3345-467A-A8AC-1D45BFEE91A8}" srcOrd="1" destOrd="0" presId="urn:microsoft.com/office/officeart/2008/layout/PictureStrips"/>
    <dgm:cxn modelId="{AB275187-5101-4400-8F58-0CDB77358731}" type="presParOf" srcId="{6A41058D-4677-4FD8-BECB-9296484661B5}" destId="{31E21842-83C9-4FEA-A294-4AC691119459}" srcOrd="2" destOrd="0" presId="urn:microsoft.com/office/officeart/2008/layout/PictureStrips"/>
    <dgm:cxn modelId="{ED6375E9-EB98-428F-B393-B8E69712DC03}" type="presParOf" srcId="{31E21842-83C9-4FEA-A294-4AC691119459}" destId="{1555E1BC-6260-4165-8D01-ACC654C0ED75}" srcOrd="0" destOrd="0" presId="urn:microsoft.com/office/officeart/2008/layout/PictureStrips"/>
    <dgm:cxn modelId="{E54D5A3E-000B-41C5-820D-263BC882E372}" type="presParOf" srcId="{31E21842-83C9-4FEA-A294-4AC691119459}" destId="{C7ED8601-F527-4FB8-A932-A647156AD0F5}" srcOrd="1" destOrd="0" presId="urn:microsoft.com/office/officeart/2008/layout/PictureStrips"/>
    <dgm:cxn modelId="{4D3883C9-CE07-48DA-A315-9D94C824FBA0}" type="presParOf" srcId="{6A41058D-4677-4FD8-BECB-9296484661B5}" destId="{7884CB92-2055-4868-BB8D-2F515F0CE8D2}" srcOrd="3" destOrd="0" presId="urn:microsoft.com/office/officeart/2008/layout/PictureStrips"/>
    <dgm:cxn modelId="{A28F03D4-B04E-4996-AA3F-EB1206EF4BC7}" type="presParOf" srcId="{6A41058D-4677-4FD8-BECB-9296484661B5}" destId="{40F859BF-7931-49E0-A4A7-D1ACF8C32B20}" srcOrd="4" destOrd="0" presId="urn:microsoft.com/office/officeart/2008/layout/PictureStrips"/>
    <dgm:cxn modelId="{8D2ABE71-21EB-4D06-99D8-A16420FF57B0}" type="presParOf" srcId="{40F859BF-7931-49E0-A4A7-D1ACF8C32B20}" destId="{2BFD15D0-095C-4F91-BBC7-DFB3CC03F332}" srcOrd="0" destOrd="0" presId="urn:microsoft.com/office/officeart/2008/layout/PictureStrips"/>
    <dgm:cxn modelId="{98C222E2-E837-4972-B193-3FB1767CC6CF}" type="presParOf" srcId="{40F859BF-7931-49E0-A4A7-D1ACF8C32B20}" destId="{434A6E72-5D44-4694-84DC-5BD96EA14975}" srcOrd="1" destOrd="0" presId="urn:microsoft.com/office/officeart/2008/layout/PictureStrips"/>
    <dgm:cxn modelId="{D892C5D3-3EF7-485B-8B9D-59811BCE2011}" type="presParOf" srcId="{6A41058D-4677-4FD8-BECB-9296484661B5}" destId="{5A8B795D-EC25-4264-8207-D60B4A153895}" srcOrd="5" destOrd="0" presId="urn:microsoft.com/office/officeart/2008/layout/PictureStrips"/>
    <dgm:cxn modelId="{1AC65AF6-865A-4A21-BAF2-240AA1094969}" type="presParOf" srcId="{6A41058D-4677-4FD8-BECB-9296484661B5}" destId="{AD517C42-B676-40AA-8DA7-4C39F0700BEF}" srcOrd="6" destOrd="0" presId="urn:microsoft.com/office/officeart/2008/layout/PictureStrips"/>
    <dgm:cxn modelId="{C78F2212-75D3-4401-BFF9-F093F32684AE}" type="presParOf" srcId="{AD517C42-B676-40AA-8DA7-4C39F0700BEF}" destId="{1C326FB7-277A-406A-8C62-898B35BF8550}" srcOrd="0" destOrd="0" presId="urn:microsoft.com/office/officeart/2008/layout/PictureStrips"/>
    <dgm:cxn modelId="{10BDE5ED-7400-4DAA-B008-46F4F4361E5D}" type="presParOf" srcId="{AD517C42-B676-40AA-8DA7-4C39F0700BEF}" destId="{F0CF8038-9467-4FF7-BF83-B3E4A8F47BD0}" srcOrd="1" destOrd="0" presId="urn:microsoft.com/office/officeart/2008/layout/PictureStrips"/>
    <dgm:cxn modelId="{4BBB1400-26DE-4B60-B53F-64DC5F21A90F}" type="presParOf" srcId="{6A41058D-4677-4FD8-BECB-9296484661B5}" destId="{CAF5096C-F491-4F30-84D2-0FB1CD330DE2}" srcOrd="7" destOrd="0" presId="urn:microsoft.com/office/officeart/2008/layout/PictureStrips"/>
    <dgm:cxn modelId="{14713901-1EC6-44A7-AE14-80E0447586DF}" type="presParOf" srcId="{6A41058D-4677-4FD8-BECB-9296484661B5}" destId="{D4D648D0-7CA1-4686-A168-E86606F59F7A}" srcOrd="8" destOrd="0" presId="urn:microsoft.com/office/officeart/2008/layout/PictureStrips"/>
    <dgm:cxn modelId="{CDEA04E1-CA8D-4C6A-AD56-F28DEAC65817}" type="presParOf" srcId="{D4D648D0-7CA1-4686-A168-E86606F59F7A}" destId="{9A2B0F1F-87C4-47D2-96F3-A6EEBF44CF13}" srcOrd="0" destOrd="0" presId="urn:microsoft.com/office/officeart/2008/layout/PictureStrips"/>
    <dgm:cxn modelId="{2D76483A-6564-4A93-9634-4FC36C521EBF}" type="presParOf" srcId="{D4D648D0-7CA1-4686-A168-E86606F59F7A}" destId="{0C705E09-6D46-481F-B29C-09F0D2E85E7F}" srcOrd="1" destOrd="0" presId="urn:microsoft.com/office/officeart/2008/layout/PictureStrips"/>
    <dgm:cxn modelId="{8B6A1935-EB9A-4E0A-83BC-EE406A3DD17F}" type="presParOf" srcId="{6A41058D-4677-4FD8-BECB-9296484661B5}" destId="{8686F2B1-0AD5-4899-A30E-C6F576A5624C}" srcOrd="9" destOrd="0" presId="urn:microsoft.com/office/officeart/2008/layout/PictureStrips"/>
    <dgm:cxn modelId="{6A2D2B0B-B850-423C-AAC0-46F653D793BD}" type="presParOf" srcId="{6A41058D-4677-4FD8-BECB-9296484661B5}" destId="{4CCBD7BE-1135-43D0-B995-5914C1C3F3F0}" srcOrd="10" destOrd="0" presId="urn:microsoft.com/office/officeart/2008/layout/PictureStrips"/>
    <dgm:cxn modelId="{E042BCF9-16CB-4221-B387-BD82D6AD8C48}" type="presParOf" srcId="{4CCBD7BE-1135-43D0-B995-5914C1C3F3F0}" destId="{4423A9C6-57FC-40FF-990E-1F51B7D5A639}" srcOrd="0" destOrd="0" presId="urn:microsoft.com/office/officeart/2008/layout/PictureStrips"/>
    <dgm:cxn modelId="{0F5DB79C-0975-45BF-B61F-7FDDA395089D}" type="presParOf" srcId="{4CCBD7BE-1135-43D0-B995-5914C1C3F3F0}" destId="{46AB91FD-01FA-4078-8CB9-1C9779A9A3C2}" srcOrd="1" destOrd="0" presId="urn:microsoft.com/office/officeart/2008/layout/PictureStrips"/>
    <dgm:cxn modelId="{8EE47943-2C62-4E08-B15C-F0590BFCB2C4}" type="presParOf" srcId="{6A41058D-4677-4FD8-BECB-9296484661B5}" destId="{FF76A648-E56D-4502-8077-820395EFE399}" srcOrd="11" destOrd="0" presId="urn:microsoft.com/office/officeart/2008/layout/PictureStrips"/>
    <dgm:cxn modelId="{80A7FF40-F717-40AB-9C26-00F2B87B1213}" type="presParOf" srcId="{6A41058D-4677-4FD8-BECB-9296484661B5}" destId="{FF141A2D-6333-4EAC-87D5-5D2BBC9E5DA6}" srcOrd="12" destOrd="0" presId="urn:microsoft.com/office/officeart/2008/layout/PictureStrips"/>
    <dgm:cxn modelId="{C8901DE3-8DA5-4C49-9727-C306BE0A44AB}" type="presParOf" srcId="{FF141A2D-6333-4EAC-87D5-5D2BBC9E5DA6}" destId="{C304B9DC-D84B-4A57-A089-408674DAE971}" srcOrd="0" destOrd="0" presId="urn:microsoft.com/office/officeart/2008/layout/PictureStrips"/>
    <dgm:cxn modelId="{27A53E12-3A46-4CA9-8B6C-EF4EB76294A5}" type="presParOf" srcId="{FF141A2D-6333-4EAC-87D5-5D2BBC9E5DA6}" destId="{02859034-E651-4322-A5BB-E6E1620DE0B1}" srcOrd="1" destOrd="0" presId="urn:microsoft.com/office/officeart/2008/layout/PictureStrips"/>
    <dgm:cxn modelId="{F9905FF4-4A92-48B3-BB8C-263C2B8CD54D}" type="presParOf" srcId="{6A41058D-4677-4FD8-BECB-9296484661B5}" destId="{F1DBCFB2-5BEC-4E3D-8AA1-E5E9CE6D4530}" srcOrd="13" destOrd="0" presId="urn:microsoft.com/office/officeart/2008/layout/PictureStrips"/>
    <dgm:cxn modelId="{BD28277E-193C-4F2B-B8F2-86944CD7C1ED}" type="presParOf" srcId="{6A41058D-4677-4FD8-BECB-9296484661B5}" destId="{1C6AA900-EED7-4012-B71B-9F6F064631DF}" srcOrd="14" destOrd="0" presId="urn:microsoft.com/office/officeart/2008/layout/PictureStrips"/>
    <dgm:cxn modelId="{C3DBA080-D0EB-4086-9979-521EEF4D1833}" type="presParOf" srcId="{1C6AA900-EED7-4012-B71B-9F6F064631DF}" destId="{00E552E2-B11F-40A7-8F58-706035EF130A}" srcOrd="0" destOrd="0" presId="urn:microsoft.com/office/officeart/2008/layout/PictureStrips"/>
    <dgm:cxn modelId="{2D3ED58E-EE1B-42D7-847B-81372D840CB2}" type="presParOf" srcId="{1C6AA900-EED7-4012-B71B-9F6F064631DF}" destId="{8663B5DC-BE8F-4C7F-8F2F-288D57795AA4}" srcOrd="1" destOrd="0" presId="urn:microsoft.com/office/officeart/2008/layout/PictureStrips"/>
    <dgm:cxn modelId="{70CFD01C-08C2-43D9-8428-7ABD5C1855D5}" type="presParOf" srcId="{6A41058D-4677-4FD8-BECB-9296484661B5}" destId="{D2EC491C-644A-459F-94CC-7D0ADF7C952F}" srcOrd="15" destOrd="0" presId="urn:microsoft.com/office/officeart/2008/layout/PictureStrips"/>
    <dgm:cxn modelId="{FB53572E-8DBC-436B-9597-89DAAD08C142}" type="presParOf" srcId="{6A41058D-4677-4FD8-BECB-9296484661B5}" destId="{B6996E88-276F-4BA9-BBB3-DC09527318F2}" srcOrd="16" destOrd="0" presId="urn:microsoft.com/office/officeart/2008/layout/PictureStrips"/>
    <dgm:cxn modelId="{046F6301-C11E-44CB-A821-4DB211B3C484}" type="presParOf" srcId="{B6996E88-276F-4BA9-BBB3-DC09527318F2}" destId="{5F038F08-1051-4F93-AAFB-7B7B2DA5DC7B}" srcOrd="0" destOrd="0" presId="urn:microsoft.com/office/officeart/2008/layout/PictureStrips"/>
    <dgm:cxn modelId="{D0C257CA-E04F-43DD-B4D5-5350DB668C47}" type="presParOf" srcId="{B6996E88-276F-4BA9-BBB3-DC09527318F2}" destId="{055611BA-8A90-496D-B11D-A5D56A6DEA72}" srcOrd="1" destOrd="0" presId="urn:microsoft.com/office/officeart/2008/layout/PictureStrips"/>
    <dgm:cxn modelId="{D4E97BCA-C613-4034-A345-00B8EE641F57}" type="presParOf" srcId="{6A41058D-4677-4FD8-BECB-9296484661B5}" destId="{53C337C3-BCE3-4C50-8C71-19D2166E0E0F}" srcOrd="17" destOrd="0" presId="urn:microsoft.com/office/officeart/2008/layout/PictureStrips"/>
    <dgm:cxn modelId="{61551567-12FB-4F7C-967A-19CB83C97D92}" type="presParOf" srcId="{6A41058D-4677-4FD8-BECB-9296484661B5}" destId="{D01563FC-DB70-459B-9363-F55007978851}" srcOrd="18" destOrd="0" presId="urn:microsoft.com/office/officeart/2008/layout/PictureStrips"/>
    <dgm:cxn modelId="{F503BAF2-9986-4900-9223-3C866FB4F1AE}" type="presParOf" srcId="{D01563FC-DB70-459B-9363-F55007978851}" destId="{F41B5E96-6127-4315-87FF-22C72FCBFE7C}" srcOrd="0" destOrd="0" presId="urn:microsoft.com/office/officeart/2008/layout/PictureStrips"/>
    <dgm:cxn modelId="{E4F355BD-0079-4666-A72B-C21DDB5328FE}" type="presParOf" srcId="{D01563FC-DB70-459B-9363-F55007978851}" destId="{D71AE0D5-DFED-46F7-BEA5-5A8ED0EA53D5}" srcOrd="1" destOrd="0" presId="urn:microsoft.com/office/officeart/2008/layout/PictureStrips"/>
    <dgm:cxn modelId="{6F27DE03-0609-4DB7-B237-3822A44F2D3B}" type="presParOf" srcId="{6A41058D-4677-4FD8-BECB-9296484661B5}" destId="{531F6C95-2B6A-4679-985E-1CCC81F3691E}" srcOrd="19" destOrd="0" presId="urn:microsoft.com/office/officeart/2008/layout/PictureStrips"/>
    <dgm:cxn modelId="{D9476CCF-FF03-49CB-84B4-4B6F93A07F0E}" type="presParOf" srcId="{6A41058D-4677-4FD8-BECB-9296484661B5}" destId="{B54B4F2C-E58E-48F1-AAED-15A63246D119}" srcOrd="20" destOrd="0" presId="urn:microsoft.com/office/officeart/2008/layout/PictureStrips"/>
    <dgm:cxn modelId="{0615E6DC-03E9-429C-A0E7-2313186925F0}" type="presParOf" srcId="{B54B4F2C-E58E-48F1-AAED-15A63246D119}" destId="{91EF5391-A2A0-4026-B434-5538B4647104}" srcOrd="0" destOrd="0" presId="urn:microsoft.com/office/officeart/2008/layout/PictureStrips"/>
    <dgm:cxn modelId="{89AE682D-2BF6-4CDE-9B70-C6B42EFF9BDC}" type="presParOf" srcId="{B54B4F2C-E58E-48F1-AAED-15A63246D119}" destId="{B3D47053-63C8-4258-99D3-E15DA1BDCA4E}" srcOrd="1" destOrd="0" presId="urn:microsoft.com/office/officeart/2008/layout/PictureStrips"/>
    <dgm:cxn modelId="{B8076656-78BB-48C8-A27A-103216530F31}" type="presParOf" srcId="{6A41058D-4677-4FD8-BECB-9296484661B5}" destId="{0DF2B6DC-A5AC-4ABD-809A-9A6D849E1CFF}" srcOrd="21" destOrd="0" presId="urn:microsoft.com/office/officeart/2008/layout/PictureStrips"/>
    <dgm:cxn modelId="{8108C064-1706-4F0B-A5ED-263F67D70D82}" type="presParOf" srcId="{6A41058D-4677-4FD8-BECB-9296484661B5}" destId="{51CFD17D-3E97-432B-B599-3F425479A090}" srcOrd="22" destOrd="0" presId="urn:microsoft.com/office/officeart/2008/layout/PictureStrips"/>
    <dgm:cxn modelId="{E696BF1B-60BF-4ED1-8014-00FECA790AC2}" type="presParOf" srcId="{51CFD17D-3E97-432B-B599-3F425479A090}" destId="{C42843CF-660A-451F-B31E-9E63725175C1}" srcOrd="0" destOrd="0" presId="urn:microsoft.com/office/officeart/2008/layout/PictureStrips"/>
    <dgm:cxn modelId="{BBB9F56F-C706-4A51-AF74-9C2BBE06A3C3}" type="presParOf" srcId="{51CFD17D-3E97-432B-B599-3F425479A090}" destId="{79BE03DB-C2BC-490C-B2F8-957162B66AAF}" srcOrd="1" destOrd="0" presId="urn:microsoft.com/office/officeart/2008/layout/PictureStrips"/>
    <dgm:cxn modelId="{7C92F530-2825-4D83-BA7D-15D234F72364}" type="presParOf" srcId="{6A41058D-4677-4FD8-BECB-9296484661B5}" destId="{0699B0F1-F52A-458D-9FF9-A9B00A3D040C}" srcOrd="23" destOrd="0" presId="urn:microsoft.com/office/officeart/2008/layout/PictureStrips"/>
    <dgm:cxn modelId="{41213F79-EDC4-43DF-AA36-B851AC9A6A10}" type="presParOf" srcId="{6A41058D-4677-4FD8-BECB-9296484661B5}" destId="{DEE95062-C689-4BF6-9041-431E9E9FF3A8}" srcOrd="24" destOrd="0" presId="urn:microsoft.com/office/officeart/2008/layout/PictureStrips"/>
    <dgm:cxn modelId="{56BFFE3F-4F9E-4D87-86AB-D0506D12B75E}" type="presParOf" srcId="{DEE95062-C689-4BF6-9041-431E9E9FF3A8}" destId="{933E6ACF-5A75-4CFB-A399-2F5040F2D11C}" srcOrd="0" destOrd="0" presId="urn:microsoft.com/office/officeart/2008/layout/PictureStrips"/>
    <dgm:cxn modelId="{0F2B750D-0EF1-4709-A31A-5A78DC149487}" type="presParOf" srcId="{DEE95062-C689-4BF6-9041-431E9E9FF3A8}" destId="{E3CF8D3E-54AC-40FE-90E8-18092B7EF684}" srcOrd="1" destOrd="0" presId="urn:microsoft.com/office/officeart/2008/layout/PictureStrips"/>
    <dgm:cxn modelId="{882B8493-3207-4B5B-A4DA-7FEB57A050CD}" type="presParOf" srcId="{6A41058D-4677-4FD8-BECB-9296484661B5}" destId="{910B6205-2EA0-41B7-884D-BBBA4395059B}" srcOrd="25" destOrd="0" presId="urn:microsoft.com/office/officeart/2008/layout/PictureStrips"/>
    <dgm:cxn modelId="{6DB2E827-16CA-4772-9F37-ABF19708E71D}" type="presParOf" srcId="{6A41058D-4677-4FD8-BECB-9296484661B5}" destId="{6F2CA675-2A09-4F46-8A7A-23B280EF0E53}" srcOrd="26" destOrd="0" presId="urn:microsoft.com/office/officeart/2008/layout/PictureStrips"/>
    <dgm:cxn modelId="{80E74F6C-32C5-4452-BA5D-6AEC15A41D38}" type="presParOf" srcId="{6F2CA675-2A09-4F46-8A7A-23B280EF0E53}" destId="{3AA0A8FF-BEC1-483F-AEEA-C00CBA504AD5}" srcOrd="0" destOrd="0" presId="urn:microsoft.com/office/officeart/2008/layout/PictureStrips"/>
    <dgm:cxn modelId="{293D7465-EBBF-4489-BC57-9AC3E1E4C491}" type="presParOf" srcId="{6F2CA675-2A09-4F46-8A7A-23B280EF0E53}" destId="{8DF34AFA-93A6-4FBC-AE39-BE4A378111E9}" srcOrd="1" destOrd="0" presId="urn:microsoft.com/office/officeart/2008/layout/PictureStrips"/>
    <dgm:cxn modelId="{97C7BAEA-6DD4-4EB4-AB9E-35B9471D382E}" type="presParOf" srcId="{6A41058D-4677-4FD8-BECB-9296484661B5}" destId="{D61B4903-BAAA-427A-90C2-1BD3DF4F7301}" srcOrd="27" destOrd="0" presId="urn:microsoft.com/office/officeart/2008/layout/PictureStrips"/>
    <dgm:cxn modelId="{5C0E1193-7A7E-4724-BCFA-5333B04352ED}" type="presParOf" srcId="{6A41058D-4677-4FD8-BECB-9296484661B5}" destId="{ACDB9867-8BDA-4C06-9E51-CEF126924EA6}" srcOrd="28" destOrd="0" presId="urn:microsoft.com/office/officeart/2008/layout/PictureStrips"/>
    <dgm:cxn modelId="{7F993CF4-9C9A-4EB9-9AD2-C0FFF7B48B29}" type="presParOf" srcId="{ACDB9867-8BDA-4C06-9E51-CEF126924EA6}" destId="{60043827-CC64-4708-B569-0E945129E8DD}" srcOrd="0" destOrd="0" presId="urn:microsoft.com/office/officeart/2008/layout/PictureStrips"/>
    <dgm:cxn modelId="{F68A962F-A088-42C0-9A1D-097B5D08FDF9}" type="presParOf" srcId="{ACDB9867-8BDA-4C06-9E51-CEF126924EA6}" destId="{1330F728-4FDC-4862-99E4-DABD7BF80950}" srcOrd="1" destOrd="0" presId="urn:microsoft.com/office/officeart/2008/layout/PictureStrips"/>
    <dgm:cxn modelId="{76BE08CE-E1A9-4C3D-9C1A-25E42062586A}" type="presParOf" srcId="{6A41058D-4677-4FD8-BECB-9296484661B5}" destId="{F12F4E86-974D-405D-B518-D0D2A7B6FB48}" srcOrd="29" destOrd="0" presId="urn:microsoft.com/office/officeart/2008/layout/PictureStrips"/>
    <dgm:cxn modelId="{3B22B5BC-BBB9-4AC8-BAE7-D2623664F8B1}" type="presParOf" srcId="{6A41058D-4677-4FD8-BECB-9296484661B5}" destId="{5DE097D6-04B0-4B94-ADD0-5D23E8698307}" srcOrd="30" destOrd="0" presId="urn:microsoft.com/office/officeart/2008/layout/PictureStrips"/>
    <dgm:cxn modelId="{268A245D-44F2-4EA7-AD47-B253DF05F6EE}" type="presParOf" srcId="{5DE097D6-04B0-4B94-ADD0-5D23E8698307}" destId="{ADF74B60-5DAA-4297-A4B4-9DB9B86BCDD0}" srcOrd="0" destOrd="0" presId="urn:microsoft.com/office/officeart/2008/layout/PictureStrips"/>
    <dgm:cxn modelId="{B3A3C77A-09BA-4EA4-BECB-AC1608BD36D3}" type="presParOf" srcId="{5DE097D6-04B0-4B94-ADD0-5D23E8698307}" destId="{0F7700C4-E9EF-4887-B8BF-DFE24BDD9CBA}" srcOrd="1" destOrd="0" presId="urn:microsoft.com/office/officeart/2008/layout/PictureStrips"/>
    <dgm:cxn modelId="{7BC678FA-75A1-4793-BA33-4E9625DF37CF}" type="presParOf" srcId="{6A41058D-4677-4FD8-BECB-9296484661B5}" destId="{A4CB092F-4FBF-4958-BCD6-893C01709357}" srcOrd="31" destOrd="0" presId="urn:microsoft.com/office/officeart/2008/layout/PictureStrips"/>
    <dgm:cxn modelId="{DD9A566E-6530-470F-A3D8-346AC9ABCD29}" type="presParOf" srcId="{6A41058D-4677-4FD8-BECB-9296484661B5}" destId="{590C4FCB-F4BD-482F-A3DC-068D0300CAEB}" srcOrd="32" destOrd="0" presId="urn:microsoft.com/office/officeart/2008/layout/PictureStrips"/>
    <dgm:cxn modelId="{5544745D-26B1-479D-BAC3-CF054094C516}" type="presParOf" srcId="{590C4FCB-F4BD-482F-A3DC-068D0300CAEB}" destId="{C247E867-702E-4B3C-ACB7-29295B4C9432}" srcOrd="0" destOrd="0" presId="urn:microsoft.com/office/officeart/2008/layout/PictureStrips"/>
    <dgm:cxn modelId="{81579F5E-2106-4EB6-960A-9CD6437DEA2C}" type="presParOf" srcId="{590C4FCB-F4BD-482F-A3DC-068D0300CAEB}" destId="{E578D7DF-2C38-4104-A257-10EC3C1FC773}" srcOrd="1" destOrd="0" presId="urn:microsoft.com/office/officeart/2008/layout/PictureStrips"/>
    <dgm:cxn modelId="{18C5425D-5F6E-47EB-9930-2A94E9E37AFE}" type="presParOf" srcId="{6A41058D-4677-4FD8-BECB-9296484661B5}" destId="{C19FA74F-549C-42D1-861E-8BBD6A6B4E96}" srcOrd="33" destOrd="0" presId="urn:microsoft.com/office/officeart/2008/layout/PictureStrips"/>
    <dgm:cxn modelId="{C321FEAA-5704-4782-BD64-F654AA8CD0D5}" type="presParOf" srcId="{6A41058D-4677-4FD8-BECB-9296484661B5}" destId="{953C0529-D373-4F08-8B57-2227FA84E277}" srcOrd="34" destOrd="0" presId="urn:microsoft.com/office/officeart/2008/layout/PictureStrips"/>
    <dgm:cxn modelId="{324950E6-0FE0-40B7-A14B-12DE5FE6803C}" type="presParOf" srcId="{953C0529-D373-4F08-8B57-2227FA84E277}" destId="{0EA83298-D623-4997-8F2F-12A2F5BD7D73}" srcOrd="0" destOrd="0" presId="urn:microsoft.com/office/officeart/2008/layout/PictureStrips"/>
    <dgm:cxn modelId="{5F3710A0-635F-4B30-B8A5-96B4B108710F}" type="presParOf" srcId="{953C0529-D373-4F08-8B57-2227FA84E277}" destId="{765732BD-AE16-4E53-9E29-BC4A0F98FFE1}" srcOrd="1" destOrd="0" presId="urn:microsoft.com/office/officeart/2008/layout/PictureStrips"/>
    <dgm:cxn modelId="{EB717C98-3C17-436B-A396-02BDEADE18E8}" type="presParOf" srcId="{6A41058D-4677-4FD8-BECB-9296484661B5}" destId="{335B3DB5-273F-42C0-BA38-C3F42458F39D}" srcOrd="35" destOrd="0" presId="urn:microsoft.com/office/officeart/2008/layout/PictureStrips"/>
    <dgm:cxn modelId="{8C265F1D-71EC-4826-BB9C-05340F5DE467}" type="presParOf" srcId="{6A41058D-4677-4FD8-BECB-9296484661B5}" destId="{DE504579-C5A4-4952-AAF7-9313FD1B4BE8}" srcOrd="36" destOrd="0" presId="urn:microsoft.com/office/officeart/2008/layout/PictureStrips"/>
    <dgm:cxn modelId="{C13DD999-E8E6-4B2E-ABBD-E1419E38B522}" type="presParOf" srcId="{DE504579-C5A4-4952-AAF7-9313FD1B4BE8}" destId="{4B0CCBE2-24F8-48F7-8876-6456FE6F9B1E}" srcOrd="0" destOrd="0" presId="urn:microsoft.com/office/officeart/2008/layout/PictureStrips"/>
    <dgm:cxn modelId="{8397D5DF-7EA6-4865-9264-824F0B4EA9AF}" type="presParOf" srcId="{DE504579-C5A4-4952-AAF7-9313FD1B4BE8}" destId="{BDAA984E-E1A5-4273-ABCD-9FB08F05E315}" srcOrd="1" destOrd="0" presId="urn:microsoft.com/office/officeart/2008/layout/PictureStrips"/>
  </dgm:cxnLst>
  <dgm:bg>
    <a:solidFill>
      <a:schemeClr val="tx1">
        <a:alpha val="70000"/>
      </a:schemeClr>
    </a:solidFill>
  </dgm:bg>
  <dgm:whole>
    <a:ln w="19050">
      <a:solidFill>
        <a:schemeClr val="bg1"/>
      </a:solidFill>
      <a:prstDash val="solid"/>
    </a:ln>
  </dgm:whole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B67BC-78A2-4E2F-85DA-56A1DCAEC41B}">
      <dsp:nvSpPr>
        <dsp:cNvPr id="0" name=""/>
        <dsp:cNvSpPr/>
      </dsp:nvSpPr>
      <dsp:spPr>
        <a:xfrm>
          <a:off x="29893" y="322853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AFRIZAL FITRIAN DWI CAHYA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893" y="322853"/>
        <a:ext cx="694615" cy="217067"/>
      </dsp:txXfrm>
    </dsp:sp>
    <dsp:sp modelId="{1F167970-C582-47CA-ADAD-835B499839E3}">
      <dsp:nvSpPr>
        <dsp:cNvPr id="0" name=""/>
        <dsp:cNvSpPr/>
      </dsp:nvSpPr>
      <dsp:spPr>
        <a:xfrm>
          <a:off x="951" y="291499"/>
          <a:ext cx="151947" cy="22792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E5DA1-39D6-4935-B927-0CA2FA782638}">
      <dsp:nvSpPr>
        <dsp:cNvPr id="0" name=""/>
        <dsp:cNvSpPr/>
      </dsp:nvSpPr>
      <dsp:spPr>
        <a:xfrm>
          <a:off x="830308" y="322853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ANTON SUJARWO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0308" y="322853"/>
        <a:ext cx="694615" cy="217067"/>
      </dsp:txXfrm>
    </dsp:sp>
    <dsp:sp modelId="{6285C44F-89D1-4AD6-B0BC-45736F66E4D7}">
      <dsp:nvSpPr>
        <dsp:cNvPr id="0" name=""/>
        <dsp:cNvSpPr/>
      </dsp:nvSpPr>
      <dsp:spPr>
        <a:xfrm>
          <a:off x="801366" y="291499"/>
          <a:ext cx="151947" cy="227920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77FEA-2245-4968-89FA-BEDAF991CDCC}">
      <dsp:nvSpPr>
        <dsp:cNvPr id="0" name=""/>
        <dsp:cNvSpPr/>
      </dsp:nvSpPr>
      <dsp:spPr>
        <a:xfrm>
          <a:off x="1630723" y="322853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ASEP MARYANA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0723" y="322853"/>
        <a:ext cx="694615" cy="217067"/>
      </dsp:txXfrm>
    </dsp:sp>
    <dsp:sp modelId="{278D66A4-CEB4-4A19-A526-B396B0C1574E}">
      <dsp:nvSpPr>
        <dsp:cNvPr id="0" name=""/>
        <dsp:cNvSpPr/>
      </dsp:nvSpPr>
      <dsp:spPr>
        <a:xfrm>
          <a:off x="1601780" y="291499"/>
          <a:ext cx="151947" cy="22792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DAEE2-94FF-4D5E-8EA0-BB053C3663C0}">
      <dsp:nvSpPr>
        <dsp:cNvPr id="0" name=""/>
        <dsp:cNvSpPr/>
      </dsp:nvSpPr>
      <dsp:spPr>
        <a:xfrm>
          <a:off x="29893" y="596116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BAKTI WIBAWA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29893" y="596116"/>
        <a:ext cx="694615" cy="217067"/>
      </dsp:txXfrm>
    </dsp:sp>
    <dsp:sp modelId="{C9A875AC-4CAB-4745-97EB-6E1762ABEB49}">
      <dsp:nvSpPr>
        <dsp:cNvPr id="0" name=""/>
        <dsp:cNvSpPr/>
      </dsp:nvSpPr>
      <dsp:spPr>
        <a:xfrm>
          <a:off x="951" y="564762"/>
          <a:ext cx="151947" cy="227920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6A0B0-386A-4B89-A43C-B6C4346AFFE0}">
      <dsp:nvSpPr>
        <dsp:cNvPr id="0" name=""/>
        <dsp:cNvSpPr/>
      </dsp:nvSpPr>
      <dsp:spPr>
        <a:xfrm>
          <a:off x="830308" y="596116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BAMBANG TRI ANDOYO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0308" y="596116"/>
        <a:ext cx="694615" cy="217067"/>
      </dsp:txXfrm>
    </dsp:sp>
    <dsp:sp modelId="{41299D0F-16C0-466F-9FBB-79B182756133}">
      <dsp:nvSpPr>
        <dsp:cNvPr id="0" name=""/>
        <dsp:cNvSpPr/>
      </dsp:nvSpPr>
      <dsp:spPr>
        <a:xfrm>
          <a:off x="801366" y="564762"/>
          <a:ext cx="151947" cy="22792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2DA29-BB42-4449-8268-C945B2BE961A}">
      <dsp:nvSpPr>
        <dsp:cNvPr id="0" name=""/>
        <dsp:cNvSpPr/>
      </dsp:nvSpPr>
      <dsp:spPr>
        <a:xfrm>
          <a:off x="1630723" y="596116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DIAN VERONICA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0723" y="596116"/>
        <a:ext cx="694615" cy="217067"/>
      </dsp:txXfrm>
    </dsp:sp>
    <dsp:sp modelId="{C7F0CDBE-7508-46F7-A442-211BCF76241E}">
      <dsp:nvSpPr>
        <dsp:cNvPr id="0" name=""/>
        <dsp:cNvSpPr/>
      </dsp:nvSpPr>
      <dsp:spPr>
        <a:xfrm>
          <a:off x="1601780" y="564762"/>
          <a:ext cx="151947" cy="227920"/>
        </a:xfrm>
        <a:prstGeom prst="rect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38A16-2BDC-4E56-8EF2-E7D5D2448413}">
      <dsp:nvSpPr>
        <dsp:cNvPr id="0" name=""/>
        <dsp:cNvSpPr/>
      </dsp:nvSpPr>
      <dsp:spPr>
        <a:xfrm>
          <a:off x="29893" y="869380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FAJRI  ARFAN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893" y="869380"/>
        <a:ext cx="694615" cy="217067"/>
      </dsp:txXfrm>
    </dsp:sp>
    <dsp:sp modelId="{7F6C3B69-AE4D-4671-B4CC-F8CD8685C51B}">
      <dsp:nvSpPr>
        <dsp:cNvPr id="0" name=""/>
        <dsp:cNvSpPr/>
      </dsp:nvSpPr>
      <dsp:spPr>
        <a:xfrm>
          <a:off x="951" y="838026"/>
          <a:ext cx="151947" cy="227920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32CE82-55B9-4519-BA93-E3F676B78AFB}">
      <dsp:nvSpPr>
        <dsp:cNvPr id="0" name=""/>
        <dsp:cNvSpPr/>
      </dsp:nvSpPr>
      <dsp:spPr>
        <a:xfrm>
          <a:off x="830308" y="869380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FATIMAH MISPA NURAHMI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0308" y="869380"/>
        <a:ext cx="694615" cy="217067"/>
      </dsp:txXfrm>
    </dsp:sp>
    <dsp:sp modelId="{C7518A2E-EE1D-4D97-8C0D-B6A952978378}">
      <dsp:nvSpPr>
        <dsp:cNvPr id="0" name=""/>
        <dsp:cNvSpPr/>
      </dsp:nvSpPr>
      <dsp:spPr>
        <a:xfrm>
          <a:off x="801366" y="838026"/>
          <a:ext cx="151947" cy="227920"/>
        </a:xfrm>
        <a:prstGeom prst="rect">
          <a:avLst/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E73FD-A6B2-467F-BC10-5ADD053668EB}">
      <dsp:nvSpPr>
        <dsp:cNvPr id="0" name=""/>
        <dsp:cNvSpPr/>
      </dsp:nvSpPr>
      <dsp:spPr>
        <a:xfrm>
          <a:off x="1630723" y="869380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GITA FEBRIANTY RAHAYU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0723" y="869380"/>
        <a:ext cx="694615" cy="217067"/>
      </dsp:txXfrm>
    </dsp:sp>
    <dsp:sp modelId="{7F56E432-4119-4160-8C80-5D44715C651D}">
      <dsp:nvSpPr>
        <dsp:cNvPr id="0" name=""/>
        <dsp:cNvSpPr/>
      </dsp:nvSpPr>
      <dsp:spPr>
        <a:xfrm>
          <a:off x="1601780" y="838026"/>
          <a:ext cx="151947" cy="227920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4D6E1-200A-4FDD-BCAD-38638EAFFCF5}">
      <dsp:nvSpPr>
        <dsp:cNvPr id="0" name=""/>
        <dsp:cNvSpPr/>
      </dsp:nvSpPr>
      <dsp:spPr>
        <a:xfrm>
          <a:off x="29893" y="1142644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HENDRIYANA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893" y="1142644"/>
        <a:ext cx="694615" cy="217067"/>
      </dsp:txXfrm>
    </dsp:sp>
    <dsp:sp modelId="{B04F70FE-FC7A-40F3-BF48-54FE80DEDDB7}">
      <dsp:nvSpPr>
        <dsp:cNvPr id="0" name=""/>
        <dsp:cNvSpPr/>
      </dsp:nvSpPr>
      <dsp:spPr>
        <a:xfrm>
          <a:off x="951" y="1111290"/>
          <a:ext cx="151947" cy="227920"/>
        </a:xfrm>
        <a:prstGeom prst="rect">
          <a:avLst/>
        </a:prstGeom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5719BF-42EB-4FBC-89EA-1A3442801FB0}">
      <dsp:nvSpPr>
        <dsp:cNvPr id="0" name=""/>
        <dsp:cNvSpPr/>
      </dsp:nvSpPr>
      <dsp:spPr>
        <a:xfrm>
          <a:off x="830308" y="1142644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HESTI RESTIA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0308" y="1142644"/>
        <a:ext cx="694615" cy="217067"/>
      </dsp:txXfrm>
    </dsp:sp>
    <dsp:sp modelId="{9642007B-A032-439A-81F3-E84BDA4EDD6A}">
      <dsp:nvSpPr>
        <dsp:cNvPr id="0" name=""/>
        <dsp:cNvSpPr/>
      </dsp:nvSpPr>
      <dsp:spPr>
        <a:xfrm>
          <a:off x="801366" y="1111290"/>
          <a:ext cx="151947" cy="227920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BC74B-4DD5-4CDF-B953-17FDF86672F6}">
      <dsp:nvSpPr>
        <dsp:cNvPr id="0" name=""/>
        <dsp:cNvSpPr/>
      </dsp:nvSpPr>
      <dsp:spPr>
        <a:xfrm>
          <a:off x="1630723" y="1142644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KEUKEU ROSYANA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0723" y="1142644"/>
        <a:ext cx="694615" cy="217067"/>
      </dsp:txXfrm>
    </dsp:sp>
    <dsp:sp modelId="{9120231E-3648-4A2E-8DFC-EF7127F16A86}">
      <dsp:nvSpPr>
        <dsp:cNvPr id="0" name=""/>
        <dsp:cNvSpPr/>
      </dsp:nvSpPr>
      <dsp:spPr>
        <a:xfrm>
          <a:off x="1601780" y="1111290"/>
          <a:ext cx="151947" cy="227920"/>
        </a:xfrm>
        <a:prstGeom prst="rect">
          <a:avLst/>
        </a:prstGeom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7983D-D7C4-49AD-B13B-92996BA049F6}">
      <dsp:nvSpPr>
        <dsp:cNvPr id="0" name=""/>
        <dsp:cNvSpPr/>
      </dsp:nvSpPr>
      <dsp:spPr>
        <a:xfrm>
          <a:off x="29893" y="1415908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MILLA CORSALINA DEWI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893" y="1415908"/>
        <a:ext cx="694615" cy="217067"/>
      </dsp:txXfrm>
    </dsp:sp>
    <dsp:sp modelId="{F28E7015-6350-4449-AD0C-832B6A98BE1F}">
      <dsp:nvSpPr>
        <dsp:cNvPr id="0" name=""/>
        <dsp:cNvSpPr/>
      </dsp:nvSpPr>
      <dsp:spPr>
        <a:xfrm>
          <a:off x="951" y="1384553"/>
          <a:ext cx="151947" cy="227920"/>
        </a:xfrm>
        <a:prstGeom prst="rect">
          <a:avLst/>
        </a:prstGeom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80CDEB-ED94-46D8-AF46-B74E45947D25}">
      <dsp:nvSpPr>
        <dsp:cNvPr id="0" name=""/>
        <dsp:cNvSpPr/>
      </dsp:nvSpPr>
      <dsp:spPr>
        <a:xfrm>
          <a:off x="830308" y="1415908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MILA LESTARI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0308" y="1415908"/>
        <a:ext cx="694615" cy="217067"/>
      </dsp:txXfrm>
    </dsp:sp>
    <dsp:sp modelId="{7F9B2935-420B-4C4C-BB32-F8DA40FB0D8C}">
      <dsp:nvSpPr>
        <dsp:cNvPr id="0" name=""/>
        <dsp:cNvSpPr/>
      </dsp:nvSpPr>
      <dsp:spPr>
        <a:xfrm>
          <a:off x="801366" y="1384553"/>
          <a:ext cx="151947" cy="227920"/>
        </a:xfrm>
        <a:prstGeom prst="rect">
          <a:avLst/>
        </a:prstGeom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111D0-59C1-44FB-ABFA-B583E6456170}">
      <dsp:nvSpPr>
        <dsp:cNvPr id="0" name=""/>
        <dsp:cNvSpPr/>
      </dsp:nvSpPr>
      <dsp:spPr>
        <a:xfrm>
          <a:off x="1630723" y="1415908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RIMA RACHMAWATI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0723" y="1415908"/>
        <a:ext cx="694615" cy="217067"/>
      </dsp:txXfrm>
    </dsp:sp>
    <dsp:sp modelId="{55B45805-118A-427A-B25C-7CC076D2705A}">
      <dsp:nvSpPr>
        <dsp:cNvPr id="0" name=""/>
        <dsp:cNvSpPr/>
      </dsp:nvSpPr>
      <dsp:spPr>
        <a:xfrm>
          <a:off x="1601780" y="1384553"/>
          <a:ext cx="151947" cy="227920"/>
        </a:xfrm>
        <a:prstGeom prst="rect">
          <a:avLst/>
        </a:prstGeom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37222-6B95-4418-8AD4-CF078BF24140}">
      <dsp:nvSpPr>
        <dsp:cNvPr id="0" name=""/>
        <dsp:cNvSpPr/>
      </dsp:nvSpPr>
      <dsp:spPr>
        <a:xfrm>
          <a:off x="29893" y="1689171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RONI ZAMRONI JOHARUDIN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893" y="1689171"/>
        <a:ext cx="694615" cy="217067"/>
      </dsp:txXfrm>
    </dsp:sp>
    <dsp:sp modelId="{9189CFCE-8A42-461D-9000-9DE5E84FDCD2}">
      <dsp:nvSpPr>
        <dsp:cNvPr id="0" name=""/>
        <dsp:cNvSpPr/>
      </dsp:nvSpPr>
      <dsp:spPr>
        <a:xfrm>
          <a:off x="951" y="1657817"/>
          <a:ext cx="151947" cy="227920"/>
        </a:xfrm>
        <a:prstGeom prst="rect">
          <a:avLst/>
        </a:prstGeom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E440D-E263-4596-9CAD-83635669DC14}">
      <dsp:nvSpPr>
        <dsp:cNvPr id="0" name=""/>
        <dsp:cNvSpPr/>
      </dsp:nvSpPr>
      <dsp:spPr>
        <a:xfrm>
          <a:off x="830308" y="1689171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SAEFULOH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0308" y="1689171"/>
        <a:ext cx="694615" cy="217067"/>
      </dsp:txXfrm>
    </dsp:sp>
    <dsp:sp modelId="{CA48CE3D-2D30-4F7D-8E11-4E893DB1123C}">
      <dsp:nvSpPr>
        <dsp:cNvPr id="0" name=""/>
        <dsp:cNvSpPr/>
      </dsp:nvSpPr>
      <dsp:spPr>
        <a:xfrm>
          <a:off x="801366" y="1657817"/>
          <a:ext cx="151947" cy="227920"/>
        </a:xfrm>
        <a:prstGeom prst="rect">
          <a:avLst/>
        </a:prstGeom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6F0C9-B9BA-41BD-A380-461DF046F38B}">
      <dsp:nvSpPr>
        <dsp:cNvPr id="0" name=""/>
        <dsp:cNvSpPr/>
      </dsp:nvSpPr>
      <dsp:spPr>
        <a:xfrm>
          <a:off x="1630723" y="1689171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SANTI NOVIANTI RIDWANSYAH N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0723" y="1689171"/>
        <a:ext cx="694615" cy="217067"/>
      </dsp:txXfrm>
    </dsp:sp>
    <dsp:sp modelId="{330E654C-1C99-4AFF-9342-2169B82CB042}">
      <dsp:nvSpPr>
        <dsp:cNvPr id="0" name=""/>
        <dsp:cNvSpPr/>
      </dsp:nvSpPr>
      <dsp:spPr>
        <a:xfrm>
          <a:off x="1601780" y="1657817"/>
          <a:ext cx="151947" cy="227920"/>
        </a:xfrm>
        <a:prstGeom prst="rect">
          <a:avLst/>
        </a:prstGeom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1E4F2-0E04-4248-88DB-C9B302669047}">
      <dsp:nvSpPr>
        <dsp:cNvPr id="0" name=""/>
        <dsp:cNvSpPr/>
      </dsp:nvSpPr>
      <dsp:spPr>
        <a:xfrm>
          <a:off x="830308" y="1962435"/>
          <a:ext cx="694615" cy="217067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2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YUPIA DIAN RATNA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0308" y="1962435"/>
        <a:ext cx="694615" cy="217067"/>
      </dsp:txXfrm>
    </dsp:sp>
    <dsp:sp modelId="{089BE988-9B8B-4559-AE40-39A1D8CA8EFF}">
      <dsp:nvSpPr>
        <dsp:cNvPr id="0" name=""/>
        <dsp:cNvSpPr/>
      </dsp:nvSpPr>
      <dsp:spPr>
        <a:xfrm>
          <a:off x="801366" y="1931081"/>
          <a:ext cx="151947" cy="227920"/>
        </a:xfrm>
        <a:prstGeom prst="rect">
          <a:avLst/>
        </a:prstGeom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B67BC-78A2-4E2F-85DA-56A1DCAEC41B}">
      <dsp:nvSpPr>
        <dsp:cNvPr id="0" name=""/>
        <dsp:cNvSpPr/>
      </dsp:nvSpPr>
      <dsp:spPr>
        <a:xfrm>
          <a:off x="29436" y="269061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ADI ARDIANSYAH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436" y="269061"/>
        <a:ext cx="704782" cy="220244"/>
      </dsp:txXfrm>
    </dsp:sp>
    <dsp:sp modelId="{1F167970-C582-47CA-ADAD-835B499839E3}">
      <dsp:nvSpPr>
        <dsp:cNvPr id="0" name=""/>
        <dsp:cNvSpPr/>
      </dsp:nvSpPr>
      <dsp:spPr>
        <a:xfrm>
          <a:off x="70" y="237247"/>
          <a:ext cx="154171" cy="231256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0A5F2-1F4A-4A12-8889-60950C8714A5}">
      <dsp:nvSpPr>
        <dsp:cNvPr id="0" name=""/>
        <dsp:cNvSpPr/>
      </dsp:nvSpPr>
      <dsp:spPr>
        <a:xfrm>
          <a:off x="840611" y="269061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AHMAD YUSRON HALIM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40611" y="269061"/>
        <a:ext cx="704782" cy="220244"/>
      </dsp:txXfrm>
    </dsp:sp>
    <dsp:sp modelId="{F683975F-F3A0-4988-B4F5-B0CA275B0A36}">
      <dsp:nvSpPr>
        <dsp:cNvPr id="0" name=""/>
        <dsp:cNvSpPr/>
      </dsp:nvSpPr>
      <dsp:spPr>
        <a:xfrm>
          <a:off x="811245" y="237247"/>
          <a:ext cx="154171" cy="231256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5DBB7-992D-4D56-BF96-30F4042E79FE}">
      <dsp:nvSpPr>
        <dsp:cNvPr id="0" name=""/>
        <dsp:cNvSpPr/>
      </dsp:nvSpPr>
      <dsp:spPr>
        <a:xfrm>
          <a:off x="1651786" y="269061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ANGGUN RISKY SOBANA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51786" y="269061"/>
        <a:ext cx="704782" cy="220244"/>
      </dsp:txXfrm>
    </dsp:sp>
    <dsp:sp modelId="{35468109-75D1-42DF-B41C-9EC369556876}">
      <dsp:nvSpPr>
        <dsp:cNvPr id="0" name=""/>
        <dsp:cNvSpPr/>
      </dsp:nvSpPr>
      <dsp:spPr>
        <a:xfrm>
          <a:off x="1622420" y="237247"/>
          <a:ext cx="154171" cy="231256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2B146-C659-444A-A5F3-D8B7D8903C83}">
      <dsp:nvSpPr>
        <dsp:cNvPr id="0" name=""/>
        <dsp:cNvSpPr/>
      </dsp:nvSpPr>
      <dsp:spPr>
        <a:xfrm>
          <a:off x="29436" y="546324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ASEP SURYANA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29436" y="546324"/>
        <a:ext cx="704782" cy="220244"/>
      </dsp:txXfrm>
    </dsp:sp>
    <dsp:sp modelId="{435CAD1F-187F-4162-ABA1-D10B2E39BB54}">
      <dsp:nvSpPr>
        <dsp:cNvPr id="0" name=""/>
        <dsp:cNvSpPr/>
      </dsp:nvSpPr>
      <dsp:spPr>
        <a:xfrm>
          <a:off x="70" y="514511"/>
          <a:ext cx="154171" cy="231256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15F4E-87DD-43D9-973A-73C64BFDAEB0}">
      <dsp:nvSpPr>
        <dsp:cNvPr id="0" name=""/>
        <dsp:cNvSpPr/>
      </dsp:nvSpPr>
      <dsp:spPr>
        <a:xfrm>
          <a:off x="840611" y="546324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ASRI SOLIHATI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40611" y="546324"/>
        <a:ext cx="704782" cy="220244"/>
      </dsp:txXfrm>
    </dsp:sp>
    <dsp:sp modelId="{2C46DF2B-8216-4F76-BACE-0E0AA933F634}">
      <dsp:nvSpPr>
        <dsp:cNvPr id="0" name=""/>
        <dsp:cNvSpPr/>
      </dsp:nvSpPr>
      <dsp:spPr>
        <a:xfrm>
          <a:off x="811245" y="514511"/>
          <a:ext cx="154171" cy="231256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CDDDF-0689-4DE6-BA07-A689A2E03276}">
      <dsp:nvSpPr>
        <dsp:cNvPr id="0" name=""/>
        <dsp:cNvSpPr/>
      </dsp:nvSpPr>
      <dsp:spPr>
        <a:xfrm>
          <a:off x="1651786" y="546324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DWI YUARININGSIH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51786" y="546324"/>
        <a:ext cx="704782" cy="220244"/>
      </dsp:txXfrm>
    </dsp:sp>
    <dsp:sp modelId="{A4A7DD99-CA70-4032-B435-BCEBAEE7C925}">
      <dsp:nvSpPr>
        <dsp:cNvPr id="0" name=""/>
        <dsp:cNvSpPr/>
      </dsp:nvSpPr>
      <dsp:spPr>
        <a:xfrm>
          <a:off x="1622420" y="514511"/>
          <a:ext cx="154171" cy="231256"/>
        </a:xfrm>
        <a:prstGeom prst="rect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845B6-3EC0-451E-89E6-836B44A0A9ED}">
      <dsp:nvSpPr>
        <dsp:cNvPr id="0" name=""/>
        <dsp:cNvSpPr/>
      </dsp:nvSpPr>
      <dsp:spPr>
        <a:xfrm>
          <a:off x="29436" y="823587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Haryo Prabawan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29436" y="823587"/>
        <a:ext cx="704782" cy="220244"/>
      </dsp:txXfrm>
    </dsp:sp>
    <dsp:sp modelId="{C32B4916-A216-4677-9145-596A50A9A4E8}">
      <dsp:nvSpPr>
        <dsp:cNvPr id="0" name=""/>
        <dsp:cNvSpPr/>
      </dsp:nvSpPr>
      <dsp:spPr>
        <a:xfrm>
          <a:off x="70" y="791774"/>
          <a:ext cx="154171" cy="231256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B89EB-0517-48A7-A05C-E49C115CC896}">
      <dsp:nvSpPr>
        <dsp:cNvPr id="0" name=""/>
        <dsp:cNvSpPr/>
      </dsp:nvSpPr>
      <dsp:spPr>
        <a:xfrm>
          <a:off x="840611" y="823587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KOHARUDIN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40611" y="823587"/>
        <a:ext cx="704782" cy="220244"/>
      </dsp:txXfrm>
    </dsp:sp>
    <dsp:sp modelId="{DE0BD111-864D-4AB0-BE25-69417AFD824E}">
      <dsp:nvSpPr>
        <dsp:cNvPr id="0" name=""/>
        <dsp:cNvSpPr/>
      </dsp:nvSpPr>
      <dsp:spPr>
        <a:xfrm>
          <a:off x="811245" y="791774"/>
          <a:ext cx="154171" cy="231256"/>
        </a:xfrm>
        <a:prstGeom prst="rect">
          <a:avLst/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C6BA5-1154-450E-B450-7DE90B9262E4}">
      <dsp:nvSpPr>
        <dsp:cNvPr id="0" name=""/>
        <dsp:cNvSpPr/>
      </dsp:nvSpPr>
      <dsp:spPr>
        <a:xfrm>
          <a:off x="1651786" y="823587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LIA MARLIANA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51786" y="823587"/>
        <a:ext cx="704782" cy="220244"/>
      </dsp:txXfrm>
    </dsp:sp>
    <dsp:sp modelId="{F4D3F9DD-647C-46D2-820F-CE78F3810885}">
      <dsp:nvSpPr>
        <dsp:cNvPr id="0" name=""/>
        <dsp:cNvSpPr/>
      </dsp:nvSpPr>
      <dsp:spPr>
        <a:xfrm>
          <a:off x="1622420" y="791774"/>
          <a:ext cx="154171" cy="231256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993C9-1A8A-4E1B-9551-C9A95EBBE568}">
      <dsp:nvSpPr>
        <dsp:cNvPr id="0" name=""/>
        <dsp:cNvSpPr/>
      </dsp:nvSpPr>
      <dsp:spPr>
        <a:xfrm>
          <a:off x="29436" y="1100851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RAHMALIA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436" y="1100851"/>
        <a:ext cx="704782" cy="220244"/>
      </dsp:txXfrm>
    </dsp:sp>
    <dsp:sp modelId="{8F35CA91-AB55-4095-B976-0AEB0721ECEE}">
      <dsp:nvSpPr>
        <dsp:cNvPr id="0" name=""/>
        <dsp:cNvSpPr/>
      </dsp:nvSpPr>
      <dsp:spPr>
        <a:xfrm>
          <a:off x="70" y="1069038"/>
          <a:ext cx="154171" cy="231256"/>
        </a:xfrm>
        <a:prstGeom prst="rect">
          <a:avLst/>
        </a:prstGeom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8D6CC-9804-4A1F-B8D0-AF8B08231D94}">
      <dsp:nvSpPr>
        <dsp:cNvPr id="0" name=""/>
        <dsp:cNvSpPr/>
      </dsp:nvSpPr>
      <dsp:spPr>
        <a:xfrm>
          <a:off x="840611" y="1100851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RIZAL MUHAMAD RIZKY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40611" y="1100851"/>
        <a:ext cx="704782" cy="220244"/>
      </dsp:txXfrm>
    </dsp:sp>
    <dsp:sp modelId="{FD92E395-C5A0-4C44-99F6-D84876792A30}">
      <dsp:nvSpPr>
        <dsp:cNvPr id="0" name=""/>
        <dsp:cNvSpPr/>
      </dsp:nvSpPr>
      <dsp:spPr>
        <a:xfrm>
          <a:off x="811245" y="1069038"/>
          <a:ext cx="154171" cy="231256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F1FE7-9EAD-40AB-8CD3-B6C3E15DEE34}">
      <dsp:nvSpPr>
        <dsp:cNvPr id="0" name=""/>
        <dsp:cNvSpPr/>
      </dsp:nvSpPr>
      <dsp:spPr>
        <a:xfrm>
          <a:off x="1651786" y="1100851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>
              <a:solidFill>
                <a:schemeClr val="bg1"/>
              </a:solidFill>
              <a:latin typeface="Comic Sans MS" pitchFamily="66" charset="0"/>
            </a:rPr>
            <a:t>HARSONO E.P.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51786" y="1100851"/>
        <a:ext cx="704782" cy="220244"/>
      </dsp:txXfrm>
    </dsp:sp>
    <dsp:sp modelId="{F87D787A-711E-4528-AAF4-3B242F0B3A93}">
      <dsp:nvSpPr>
        <dsp:cNvPr id="0" name=""/>
        <dsp:cNvSpPr/>
      </dsp:nvSpPr>
      <dsp:spPr>
        <a:xfrm>
          <a:off x="1622420" y="1069038"/>
          <a:ext cx="154171" cy="231256"/>
        </a:xfrm>
        <a:prstGeom prst="rect">
          <a:avLst/>
        </a:prstGeom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5D320-39D5-4C06-A394-F649FED3607B}">
      <dsp:nvSpPr>
        <dsp:cNvPr id="0" name=""/>
        <dsp:cNvSpPr/>
      </dsp:nvSpPr>
      <dsp:spPr>
        <a:xfrm>
          <a:off x="29436" y="1378114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RUHIYAT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436" y="1378114"/>
        <a:ext cx="704782" cy="220244"/>
      </dsp:txXfrm>
    </dsp:sp>
    <dsp:sp modelId="{CD5C276E-F14A-4F02-B6D5-FDF938317C66}">
      <dsp:nvSpPr>
        <dsp:cNvPr id="0" name=""/>
        <dsp:cNvSpPr/>
      </dsp:nvSpPr>
      <dsp:spPr>
        <a:xfrm>
          <a:off x="70" y="1346301"/>
          <a:ext cx="154171" cy="231256"/>
        </a:xfrm>
        <a:prstGeom prst="rect">
          <a:avLst/>
        </a:prstGeom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6E625-2675-448C-A953-4A8B21C7DB74}">
      <dsp:nvSpPr>
        <dsp:cNvPr id="0" name=""/>
        <dsp:cNvSpPr/>
      </dsp:nvSpPr>
      <dsp:spPr>
        <a:xfrm>
          <a:off x="840611" y="1378114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SITI ROMLAH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40611" y="1378114"/>
        <a:ext cx="704782" cy="220244"/>
      </dsp:txXfrm>
    </dsp:sp>
    <dsp:sp modelId="{5C648517-28A1-4ED3-B82A-585A518CE3DC}">
      <dsp:nvSpPr>
        <dsp:cNvPr id="0" name=""/>
        <dsp:cNvSpPr/>
      </dsp:nvSpPr>
      <dsp:spPr>
        <a:xfrm>
          <a:off x="811245" y="1346301"/>
          <a:ext cx="154171" cy="231256"/>
        </a:xfrm>
        <a:prstGeom prst="rect">
          <a:avLst/>
        </a:prstGeom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7C50E-4572-43D8-ACE0-3F0C00A6B747}">
      <dsp:nvSpPr>
        <dsp:cNvPr id="0" name=""/>
        <dsp:cNvSpPr/>
      </dsp:nvSpPr>
      <dsp:spPr>
        <a:xfrm>
          <a:off x="1651786" y="1378114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SRI UTAMI RAKHMAWATI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51786" y="1378114"/>
        <a:ext cx="704782" cy="220244"/>
      </dsp:txXfrm>
    </dsp:sp>
    <dsp:sp modelId="{6E935B71-3442-4B01-8C23-8BA439298CF1}">
      <dsp:nvSpPr>
        <dsp:cNvPr id="0" name=""/>
        <dsp:cNvSpPr/>
      </dsp:nvSpPr>
      <dsp:spPr>
        <a:xfrm>
          <a:off x="1622420" y="1346301"/>
          <a:ext cx="154171" cy="231256"/>
        </a:xfrm>
        <a:prstGeom prst="rect">
          <a:avLst/>
        </a:prstGeom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65AF2-A6F6-4510-B51C-6FD43068ABAB}">
      <dsp:nvSpPr>
        <dsp:cNvPr id="0" name=""/>
        <dsp:cNvSpPr/>
      </dsp:nvSpPr>
      <dsp:spPr>
        <a:xfrm>
          <a:off x="29436" y="1655378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TOMI TRISETYO NUGROHO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29436" y="1655378"/>
        <a:ext cx="704782" cy="220244"/>
      </dsp:txXfrm>
    </dsp:sp>
    <dsp:sp modelId="{1176DB84-630A-4C8B-9642-FC18774164F4}">
      <dsp:nvSpPr>
        <dsp:cNvPr id="0" name=""/>
        <dsp:cNvSpPr/>
      </dsp:nvSpPr>
      <dsp:spPr>
        <a:xfrm>
          <a:off x="70" y="1623565"/>
          <a:ext cx="154171" cy="231256"/>
        </a:xfrm>
        <a:prstGeom prst="rect">
          <a:avLst/>
        </a:prstGeom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3599A-8D45-4514-8E43-164E7D092C46}">
      <dsp:nvSpPr>
        <dsp:cNvPr id="0" name=""/>
        <dsp:cNvSpPr/>
      </dsp:nvSpPr>
      <dsp:spPr>
        <a:xfrm>
          <a:off x="840611" y="1655378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WAHYU BAMBANG ARIF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40611" y="1655378"/>
        <a:ext cx="704782" cy="220244"/>
      </dsp:txXfrm>
    </dsp:sp>
    <dsp:sp modelId="{202C28A6-1428-4C58-8969-906441302634}">
      <dsp:nvSpPr>
        <dsp:cNvPr id="0" name=""/>
        <dsp:cNvSpPr/>
      </dsp:nvSpPr>
      <dsp:spPr>
        <a:xfrm>
          <a:off x="811245" y="1623565"/>
          <a:ext cx="154171" cy="231256"/>
        </a:xfrm>
        <a:prstGeom prst="rect">
          <a:avLst/>
        </a:prstGeom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50D39-A06C-4287-A25A-5848356FFB76}">
      <dsp:nvSpPr>
        <dsp:cNvPr id="0" name=""/>
        <dsp:cNvSpPr/>
      </dsp:nvSpPr>
      <dsp:spPr>
        <a:xfrm>
          <a:off x="1651786" y="1655378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YENI RAHMAWATI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51786" y="1655378"/>
        <a:ext cx="704782" cy="220244"/>
      </dsp:txXfrm>
    </dsp:sp>
    <dsp:sp modelId="{AD7D0DD3-A849-464A-9787-A6DFB6CCDEF5}">
      <dsp:nvSpPr>
        <dsp:cNvPr id="0" name=""/>
        <dsp:cNvSpPr/>
      </dsp:nvSpPr>
      <dsp:spPr>
        <a:xfrm>
          <a:off x="1622420" y="1623565"/>
          <a:ext cx="154171" cy="231256"/>
        </a:xfrm>
        <a:prstGeom prst="rect">
          <a:avLst/>
        </a:prstGeom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F8CA3-2FEC-473A-AEBE-C002932F90E8}">
      <dsp:nvSpPr>
        <dsp:cNvPr id="0" name=""/>
        <dsp:cNvSpPr/>
      </dsp:nvSpPr>
      <dsp:spPr>
        <a:xfrm>
          <a:off x="897163" y="2055321"/>
          <a:ext cx="704782" cy="220244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79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MUHAMAD FAUZAN MAULUDI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97163" y="2055321"/>
        <a:ext cx="704782" cy="220244"/>
      </dsp:txXfrm>
    </dsp:sp>
    <dsp:sp modelId="{DEC7581E-8295-47E1-8611-0F580C9FE58E}">
      <dsp:nvSpPr>
        <dsp:cNvPr id="0" name=""/>
        <dsp:cNvSpPr/>
      </dsp:nvSpPr>
      <dsp:spPr>
        <a:xfrm>
          <a:off x="791497" y="1900828"/>
          <a:ext cx="233165" cy="334501"/>
        </a:xfrm>
        <a:prstGeom prst="rect">
          <a:avLst/>
        </a:prstGeom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B67BC-78A2-4E2F-85DA-56A1DCAEC41B}">
      <dsp:nvSpPr>
        <dsp:cNvPr id="0" name=""/>
        <dsp:cNvSpPr/>
      </dsp:nvSpPr>
      <dsp:spPr>
        <a:xfrm>
          <a:off x="30392" y="317075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ADITYO CHRISNO DARMAWAN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392" y="317075"/>
        <a:ext cx="696554" cy="217673"/>
      </dsp:txXfrm>
    </dsp:sp>
    <dsp:sp modelId="{1F167970-C582-47CA-ADAD-835B499839E3}">
      <dsp:nvSpPr>
        <dsp:cNvPr id="0" name=""/>
        <dsp:cNvSpPr/>
      </dsp:nvSpPr>
      <dsp:spPr>
        <a:xfrm>
          <a:off x="1369" y="285633"/>
          <a:ext cx="152371" cy="228556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B4FE34-5D33-4902-926E-AF9751E5F54E}">
      <dsp:nvSpPr>
        <dsp:cNvPr id="0" name=""/>
        <dsp:cNvSpPr/>
      </dsp:nvSpPr>
      <dsp:spPr>
        <a:xfrm>
          <a:off x="832625" y="317075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AGUSTIANA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317075"/>
        <a:ext cx="696554" cy="217673"/>
      </dsp:txXfrm>
    </dsp:sp>
    <dsp:sp modelId="{664E22F5-5BAE-4A9A-9DE2-9134A8893BEC}">
      <dsp:nvSpPr>
        <dsp:cNvPr id="0" name=""/>
        <dsp:cNvSpPr/>
      </dsp:nvSpPr>
      <dsp:spPr>
        <a:xfrm>
          <a:off x="803602" y="285633"/>
          <a:ext cx="152371" cy="228556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5139D-BBD6-4952-9ACF-991EA67C2AFA}">
      <dsp:nvSpPr>
        <dsp:cNvPr id="0" name=""/>
        <dsp:cNvSpPr/>
      </dsp:nvSpPr>
      <dsp:spPr>
        <a:xfrm>
          <a:off x="1634859" y="317075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ANI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859" y="317075"/>
        <a:ext cx="696554" cy="217673"/>
      </dsp:txXfrm>
    </dsp:sp>
    <dsp:sp modelId="{E3552D4F-C35F-445D-BC14-A867E3B5A610}">
      <dsp:nvSpPr>
        <dsp:cNvPr id="0" name=""/>
        <dsp:cNvSpPr/>
      </dsp:nvSpPr>
      <dsp:spPr>
        <a:xfrm>
          <a:off x="1605836" y="285633"/>
          <a:ext cx="152371" cy="228556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53592-EC0F-49B8-9B5E-F66AB36BCD07}">
      <dsp:nvSpPr>
        <dsp:cNvPr id="0" name=""/>
        <dsp:cNvSpPr/>
      </dsp:nvSpPr>
      <dsp:spPr>
        <a:xfrm>
          <a:off x="30392" y="59110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AZWAR ACHMADI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392" y="591101"/>
        <a:ext cx="696554" cy="217673"/>
      </dsp:txXfrm>
    </dsp:sp>
    <dsp:sp modelId="{80B77EE0-EF87-482E-B115-D84FEFCA67C0}">
      <dsp:nvSpPr>
        <dsp:cNvPr id="0" name=""/>
        <dsp:cNvSpPr/>
      </dsp:nvSpPr>
      <dsp:spPr>
        <a:xfrm>
          <a:off x="1369" y="559660"/>
          <a:ext cx="152371" cy="228556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47F3EC-C8AD-44FA-AC92-EE86F99D1C08}">
      <dsp:nvSpPr>
        <dsp:cNvPr id="0" name=""/>
        <dsp:cNvSpPr/>
      </dsp:nvSpPr>
      <dsp:spPr>
        <a:xfrm>
          <a:off x="832625" y="59110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DEWI KULSUM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591101"/>
        <a:ext cx="696554" cy="217673"/>
      </dsp:txXfrm>
    </dsp:sp>
    <dsp:sp modelId="{59082924-7741-4752-A8C2-69079996AE85}">
      <dsp:nvSpPr>
        <dsp:cNvPr id="0" name=""/>
        <dsp:cNvSpPr/>
      </dsp:nvSpPr>
      <dsp:spPr>
        <a:xfrm>
          <a:off x="803602" y="559660"/>
          <a:ext cx="152371" cy="228556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D64C0-4796-4B80-B233-50BA495B3BE8}">
      <dsp:nvSpPr>
        <dsp:cNvPr id="0" name=""/>
        <dsp:cNvSpPr/>
      </dsp:nvSpPr>
      <dsp:spPr>
        <a:xfrm>
          <a:off x="1634859" y="59110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DIAN PERMATASARI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859" y="591101"/>
        <a:ext cx="696554" cy="217673"/>
      </dsp:txXfrm>
    </dsp:sp>
    <dsp:sp modelId="{48EE4A57-3900-4326-A661-1A96B83616C5}">
      <dsp:nvSpPr>
        <dsp:cNvPr id="0" name=""/>
        <dsp:cNvSpPr/>
      </dsp:nvSpPr>
      <dsp:spPr>
        <a:xfrm>
          <a:off x="1605836" y="559660"/>
          <a:ext cx="152371" cy="228556"/>
        </a:xfrm>
        <a:prstGeom prst="rect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C92B0D-C737-4534-BBAC-31B61F7D7DA3}">
      <dsp:nvSpPr>
        <dsp:cNvPr id="0" name=""/>
        <dsp:cNvSpPr/>
      </dsp:nvSpPr>
      <dsp:spPr>
        <a:xfrm>
          <a:off x="30392" y="865128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EKA DEA KRISTIYANTI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392" y="865128"/>
        <a:ext cx="696554" cy="217673"/>
      </dsp:txXfrm>
    </dsp:sp>
    <dsp:sp modelId="{BFBBAAE8-8537-4457-9BC6-D5D027EF66A0}">
      <dsp:nvSpPr>
        <dsp:cNvPr id="0" name=""/>
        <dsp:cNvSpPr/>
      </dsp:nvSpPr>
      <dsp:spPr>
        <a:xfrm>
          <a:off x="1369" y="833686"/>
          <a:ext cx="152371" cy="228556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3BA27-4EF7-419D-B55E-B4C0CD73B78B}">
      <dsp:nvSpPr>
        <dsp:cNvPr id="0" name=""/>
        <dsp:cNvSpPr/>
      </dsp:nvSpPr>
      <dsp:spPr>
        <a:xfrm>
          <a:off x="832625" y="865128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HANDIANA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865128"/>
        <a:ext cx="696554" cy="217673"/>
      </dsp:txXfrm>
    </dsp:sp>
    <dsp:sp modelId="{12504D87-C085-41A9-BD67-D86586A6EC23}">
      <dsp:nvSpPr>
        <dsp:cNvPr id="0" name=""/>
        <dsp:cNvSpPr/>
      </dsp:nvSpPr>
      <dsp:spPr>
        <a:xfrm>
          <a:off x="803602" y="833686"/>
          <a:ext cx="152371" cy="228556"/>
        </a:xfrm>
        <a:prstGeom prst="rect">
          <a:avLst/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6C8DD-099A-4012-B55F-8065B4AB539A}">
      <dsp:nvSpPr>
        <dsp:cNvPr id="0" name=""/>
        <dsp:cNvSpPr/>
      </dsp:nvSpPr>
      <dsp:spPr>
        <a:xfrm>
          <a:off x="1634859" y="865128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IMANTA SURBAKTI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4859" y="865128"/>
        <a:ext cx="696554" cy="217673"/>
      </dsp:txXfrm>
    </dsp:sp>
    <dsp:sp modelId="{3BAABCFA-F6E7-42A8-89E5-A9B055F3803E}">
      <dsp:nvSpPr>
        <dsp:cNvPr id="0" name=""/>
        <dsp:cNvSpPr/>
      </dsp:nvSpPr>
      <dsp:spPr>
        <a:xfrm>
          <a:off x="1605836" y="833686"/>
          <a:ext cx="152371" cy="228556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1ECBC-9DBB-41CB-A264-7A98135C01D9}">
      <dsp:nvSpPr>
        <dsp:cNvPr id="0" name=""/>
        <dsp:cNvSpPr/>
      </dsp:nvSpPr>
      <dsp:spPr>
        <a:xfrm>
          <a:off x="30392" y="113915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kern="1200" dirty="0">
              <a:solidFill>
                <a:schemeClr val="bg1"/>
              </a:solidFill>
              <a:latin typeface="Comic Sans MS" pitchFamily="66" charset="0"/>
            </a:rPr>
            <a:t>MERY SULASTRI</a:t>
          </a:r>
        </a:p>
      </dsp:txBody>
      <dsp:txXfrm>
        <a:off x="30392" y="1139154"/>
        <a:ext cx="696554" cy="217673"/>
      </dsp:txXfrm>
    </dsp:sp>
    <dsp:sp modelId="{471E7A67-A81A-42A1-B09D-79A7033F99A8}">
      <dsp:nvSpPr>
        <dsp:cNvPr id="0" name=""/>
        <dsp:cNvSpPr/>
      </dsp:nvSpPr>
      <dsp:spPr>
        <a:xfrm>
          <a:off x="1369" y="1107713"/>
          <a:ext cx="152371" cy="228556"/>
        </a:xfrm>
        <a:prstGeom prst="rect">
          <a:avLst/>
        </a:prstGeom>
        <a:blipFill>
          <a:blip xmlns:r="http://schemas.openxmlformats.org/officeDocument/2006/relationships" r:embed="rId10"/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BD399-8E31-4108-A6AD-C197298C1D60}">
      <dsp:nvSpPr>
        <dsp:cNvPr id="0" name=""/>
        <dsp:cNvSpPr/>
      </dsp:nvSpPr>
      <dsp:spPr>
        <a:xfrm>
          <a:off x="832625" y="113915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INDRA KAUSAR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1139154"/>
        <a:ext cx="696554" cy="217673"/>
      </dsp:txXfrm>
    </dsp:sp>
    <dsp:sp modelId="{771BBF69-AA22-4F1C-A156-3C7E3B3D9B76}">
      <dsp:nvSpPr>
        <dsp:cNvPr id="0" name=""/>
        <dsp:cNvSpPr/>
      </dsp:nvSpPr>
      <dsp:spPr>
        <a:xfrm>
          <a:off x="803602" y="1107713"/>
          <a:ext cx="152371" cy="228556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2AD49-6537-4F33-8E17-839210C6107A}">
      <dsp:nvSpPr>
        <dsp:cNvPr id="0" name=""/>
        <dsp:cNvSpPr/>
      </dsp:nvSpPr>
      <dsp:spPr>
        <a:xfrm>
          <a:off x="1634859" y="113915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JEJEN JAELANI FRIHATNA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859" y="1139154"/>
        <a:ext cx="696554" cy="217673"/>
      </dsp:txXfrm>
    </dsp:sp>
    <dsp:sp modelId="{08026179-6783-4DC8-A7DF-B57D4D1BF7DB}">
      <dsp:nvSpPr>
        <dsp:cNvPr id="0" name=""/>
        <dsp:cNvSpPr/>
      </dsp:nvSpPr>
      <dsp:spPr>
        <a:xfrm>
          <a:off x="1605836" y="1107713"/>
          <a:ext cx="152371" cy="228556"/>
        </a:xfrm>
        <a:prstGeom prst="rect">
          <a:avLst/>
        </a:prstGeom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5E598-3A2E-4B3C-A5BD-D53E43FF0E07}">
      <dsp:nvSpPr>
        <dsp:cNvPr id="0" name=""/>
        <dsp:cNvSpPr/>
      </dsp:nvSpPr>
      <dsp:spPr>
        <a:xfrm>
          <a:off x="30392" y="141318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MICKY MARTILOVA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392" y="1413181"/>
        <a:ext cx="696554" cy="217673"/>
      </dsp:txXfrm>
    </dsp:sp>
    <dsp:sp modelId="{4128EBE7-8BD6-4D82-9C82-97BDA510404D}">
      <dsp:nvSpPr>
        <dsp:cNvPr id="0" name=""/>
        <dsp:cNvSpPr/>
      </dsp:nvSpPr>
      <dsp:spPr>
        <a:xfrm>
          <a:off x="1369" y="1381739"/>
          <a:ext cx="152371" cy="228556"/>
        </a:xfrm>
        <a:prstGeom prst="rect">
          <a:avLst/>
        </a:prstGeom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4BDC18-92D1-4723-BCAC-9B93FA303206}">
      <dsp:nvSpPr>
        <dsp:cNvPr id="0" name=""/>
        <dsp:cNvSpPr/>
      </dsp:nvSpPr>
      <dsp:spPr>
        <a:xfrm>
          <a:off x="832625" y="141318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NANDANG HASANUDIN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1413181"/>
        <a:ext cx="696554" cy="217673"/>
      </dsp:txXfrm>
    </dsp:sp>
    <dsp:sp modelId="{57FADFD9-C38A-46A6-B4A9-78175EBF2F92}">
      <dsp:nvSpPr>
        <dsp:cNvPr id="0" name=""/>
        <dsp:cNvSpPr/>
      </dsp:nvSpPr>
      <dsp:spPr>
        <a:xfrm>
          <a:off x="803602" y="1381739"/>
          <a:ext cx="152371" cy="228556"/>
        </a:xfrm>
        <a:prstGeom prst="rect">
          <a:avLst/>
        </a:prstGeom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51605-DB56-49A8-9ABB-5B3BFEB6830A}">
      <dsp:nvSpPr>
        <dsp:cNvPr id="0" name=""/>
        <dsp:cNvSpPr/>
      </dsp:nvSpPr>
      <dsp:spPr>
        <a:xfrm>
          <a:off x="1634859" y="141318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NENIH JULIANI SAFITRI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859" y="1413181"/>
        <a:ext cx="696554" cy="217673"/>
      </dsp:txXfrm>
    </dsp:sp>
    <dsp:sp modelId="{88316FF1-AF6C-4CE1-80E3-84E695635206}">
      <dsp:nvSpPr>
        <dsp:cNvPr id="0" name=""/>
        <dsp:cNvSpPr/>
      </dsp:nvSpPr>
      <dsp:spPr>
        <a:xfrm>
          <a:off x="1605836" y="1381739"/>
          <a:ext cx="152371" cy="228556"/>
        </a:xfrm>
        <a:prstGeom prst="rect">
          <a:avLst/>
        </a:prstGeom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1A067-6C51-4D4B-9074-B6A7644A7329}">
      <dsp:nvSpPr>
        <dsp:cNvPr id="0" name=""/>
        <dsp:cNvSpPr/>
      </dsp:nvSpPr>
      <dsp:spPr>
        <a:xfrm>
          <a:off x="30392" y="168720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RESKI ESHARI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392" y="1687207"/>
        <a:ext cx="696554" cy="217673"/>
      </dsp:txXfrm>
    </dsp:sp>
    <dsp:sp modelId="{F445C5E7-50CB-4273-9A7B-B8117608C81E}">
      <dsp:nvSpPr>
        <dsp:cNvPr id="0" name=""/>
        <dsp:cNvSpPr/>
      </dsp:nvSpPr>
      <dsp:spPr>
        <a:xfrm>
          <a:off x="1369" y="1655765"/>
          <a:ext cx="152371" cy="228556"/>
        </a:xfrm>
        <a:prstGeom prst="rect">
          <a:avLst/>
        </a:prstGeom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B39E6-C2E2-4492-AA38-39BC667F7A12}">
      <dsp:nvSpPr>
        <dsp:cNvPr id="0" name=""/>
        <dsp:cNvSpPr/>
      </dsp:nvSpPr>
      <dsp:spPr>
        <a:xfrm>
          <a:off x="832625" y="168720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RIKA SUARTIKA SARI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1687207"/>
        <a:ext cx="696554" cy="217673"/>
      </dsp:txXfrm>
    </dsp:sp>
    <dsp:sp modelId="{2895835B-A40E-4EAD-BFBF-67BDB0F14B64}">
      <dsp:nvSpPr>
        <dsp:cNvPr id="0" name=""/>
        <dsp:cNvSpPr/>
      </dsp:nvSpPr>
      <dsp:spPr>
        <a:xfrm>
          <a:off x="803602" y="1655765"/>
          <a:ext cx="152371" cy="228556"/>
        </a:xfrm>
        <a:prstGeom prst="rect">
          <a:avLst/>
        </a:prstGeom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1F21E-BBA5-4CE1-9068-27B7B557ECB2}">
      <dsp:nvSpPr>
        <dsp:cNvPr id="0" name=""/>
        <dsp:cNvSpPr/>
      </dsp:nvSpPr>
      <dsp:spPr>
        <a:xfrm>
          <a:off x="1634859" y="168720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RISKY ARYANA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859" y="1687207"/>
        <a:ext cx="696554" cy="217673"/>
      </dsp:txXfrm>
    </dsp:sp>
    <dsp:sp modelId="{29B20744-8745-49B3-9E02-1889116D32FC}">
      <dsp:nvSpPr>
        <dsp:cNvPr id="0" name=""/>
        <dsp:cNvSpPr/>
      </dsp:nvSpPr>
      <dsp:spPr>
        <a:xfrm>
          <a:off x="1605836" y="1655765"/>
          <a:ext cx="152371" cy="228556"/>
        </a:xfrm>
        <a:prstGeom prst="rect">
          <a:avLst/>
        </a:prstGeom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4F449-5D35-4BEF-8AAB-04B9DE403751}">
      <dsp:nvSpPr>
        <dsp:cNvPr id="0" name=""/>
        <dsp:cNvSpPr/>
      </dsp:nvSpPr>
      <dsp:spPr>
        <a:xfrm>
          <a:off x="431509" y="196123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TIA SULASTRI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431509" y="1961234"/>
        <a:ext cx="696554" cy="217673"/>
      </dsp:txXfrm>
    </dsp:sp>
    <dsp:sp modelId="{BE140D02-1A06-4541-9156-1F194EE75A5B}">
      <dsp:nvSpPr>
        <dsp:cNvPr id="0" name=""/>
        <dsp:cNvSpPr/>
      </dsp:nvSpPr>
      <dsp:spPr>
        <a:xfrm>
          <a:off x="402486" y="1929792"/>
          <a:ext cx="152371" cy="228556"/>
        </a:xfrm>
        <a:prstGeom prst="rect">
          <a:avLst/>
        </a:prstGeom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0A2D9-E2AA-4DEE-86AE-BF09D9A41E36}">
      <dsp:nvSpPr>
        <dsp:cNvPr id="0" name=""/>
        <dsp:cNvSpPr/>
      </dsp:nvSpPr>
      <dsp:spPr>
        <a:xfrm>
          <a:off x="1233742" y="196123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Widuri ludyaningrum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233742" y="1961234"/>
        <a:ext cx="696554" cy="217673"/>
      </dsp:txXfrm>
    </dsp:sp>
    <dsp:sp modelId="{0C4D1FD4-D4C8-4A14-9920-EF89175D5C2E}">
      <dsp:nvSpPr>
        <dsp:cNvPr id="0" name=""/>
        <dsp:cNvSpPr/>
      </dsp:nvSpPr>
      <dsp:spPr>
        <a:xfrm>
          <a:off x="1204719" y="1929792"/>
          <a:ext cx="152371" cy="228556"/>
        </a:xfrm>
        <a:prstGeom prst="rect">
          <a:avLst/>
        </a:prstGeom>
        <a:blipFill>
          <a:blip xmlns:r="http://schemas.openxmlformats.org/officeDocument/2006/relationships"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B67BC-78A2-4E2F-85DA-56A1DCAEC41B}">
      <dsp:nvSpPr>
        <dsp:cNvPr id="0" name=""/>
        <dsp:cNvSpPr/>
      </dsp:nvSpPr>
      <dsp:spPr>
        <a:xfrm>
          <a:off x="30593" y="31384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AHMAD NAOVAL SHAHAB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593" y="313844"/>
        <a:ext cx="696554" cy="217673"/>
      </dsp:txXfrm>
    </dsp:sp>
    <dsp:sp modelId="{1F167970-C582-47CA-ADAD-835B499839E3}">
      <dsp:nvSpPr>
        <dsp:cNvPr id="0" name=""/>
        <dsp:cNvSpPr/>
      </dsp:nvSpPr>
      <dsp:spPr>
        <a:xfrm>
          <a:off x="1570" y="282403"/>
          <a:ext cx="152371" cy="228556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4126C-8A1D-454D-946D-DFB91C5952C2}">
      <dsp:nvSpPr>
        <dsp:cNvPr id="0" name=""/>
        <dsp:cNvSpPr/>
      </dsp:nvSpPr>
      <dsp:spPr>
        <a:xfrm>
          <a:off x="832625" y="31384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DINI OCTAVIANI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313844"/>
        <a:ext cx="696554" cy="217673"/>
      </dsp:txXfrm>
    </dsp:sp>
    <dsp:sp modelId="{157726BF-E8A0-43ED-84C9-14428D460618}">
      <dsp:nvSpPr>
        <dsp:cNvPr id="0" name=""/>
        <dsp:cNvSpPr/>
      </dsp:nvSpPr>
      <dsp:spPr>
        <a:xfrm>
          <a:off x="803602" y="282403"/>
          <a:ext cx="152371" cy="228556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865F6-0242-460A-8526-4359E7356A2D}">
      <dsp:nvSpPr>
        <dsp:cNvPr id="0" name=""/>
        <dsp:cNvSpPr/>
      </dsp:nvSpPr>
      <dsp:spPr>
        <a:xfrm>
          <a:off x="1634658" y="31384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EGGI GILANG RAMADHAN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658" y="313844"/>
        <a:ext cx="696554" cy="217673"/>
      </dsp:txXfrm>
    </dsp:sp>
    <dsp:sp modelId="{93D9FD5F-E62A-495C-BF3B-69853D414B4B}">
      <dsp:nvSpPr>
        <dsp:cNvPr id="0" name=""/>
        <dsp:cNvSpPr/>
      </dsp:nvSpPr>
      <dsp:spPr>
        <a:xfrm>
          <a:off x="1605635" y="282403"/>
          <a:ext cx="152371" cy="228556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8D9C7-62F8-41B4-8285-EEB68C50F802}">
      <dsp:nvSpPr>
        <dsp:cNvPr id="0" name=""/>
        <dsp:cNvSpPr/>
      </dsp:nvSpPr>
      <dsp:spPr>
        <a:xfrm>
          <a:off x="30593" y="58787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FAJAR BUDIAWAN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593" y="587871"/>
        <a:ext cx="696554" cy="217673"/>
      </dsp:txXfrm>
    </dsp:sp>
    <dsp:sp modelId="{16B1DAB8-CE3B-463F-9FBC-2D2B704554FB}">
      <dsp:nvSpPr>
        <dsp:cNvPr id="0" name=""/>
        <dsp:cNvSpPr/>
      </dsp:nvSpPr>
      <dsp:spPr>
        <a:xfrm>
          <a:off x="1570" y="556429"/>
          <a:ext cx="152371" cy="228556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3733C-1271-4AC9-860F-E3869636E8D9}">
      <dsp:nvSpPr>
        <dsp:cNvPr id="0" name=""/>
        <dsp:cNvSpPr/>
      </dsp:nvSpPr>
      <dsp:spPr>
        <a:xfrm>
          <a:off x="832625" y="58787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FERRY KUSDINAR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587871"/>
        <a:ext cx="696554" cy="217673"/>
      </dsp:txXfrm>
    </dsp:sp>
    <dsp:sp modelId="{CBC1D473-49D9-4402-AB30-75BEAFB11323}">
      <dsp:nvSpPr>
        <dsp:cNvPr id="0" name=""/>
        <dsp:cNvSpPr/>
      </dsp:nvSpPr>
      <dsp:spPr>
        <a:xfrm>
          <a:off x="803602" y="556429"/>
          <a:ext cx="152371" cy="228556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3CA3B-95B5-4F4F-890B-B56C9D0BEA2A}">
      <dsp:nvSpPr>
        <dsp:cNvPr id="0" name=""/>
        <dsp:cNvSpPr/>
      </dsp:nvSpPr>
      <dsp:spPr>
        <a:xfrm>
          <a:off x="1634658" y="587871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IKA FITRIYA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658" y="587871"/>
        <a:ext cx="696554" cy="217673"/>
      </dsp:txXfrm>
    </dsp:sp>
    <dsp:sp modelId="{DAE236E7-3B48-4137-BC07-56DC02C021BE}">
      <dsp:nvSpPr>
        <dsp:cNvPr id="0" name=""/>
        <dsp:cNvSpPr/>
      </dsp:nvSpPr>
      <dsp:spPr>
        <a:xfrm>
          <a:off x="1605635" y="556429"/>
          <a:ext cx="152371" cy="228556"/>
        </a:xfrm>
        <a:prstGeom prst="rect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23135-0359-4B2B-AABF-2FF053A2734C}">
      <dsp:nvSpPr>
        <dsp:cNvPr id="0" name=""/>
        <dsp:cNvSpPr/>
      </dsp:nvSpPr>
      <dsp:spPr>
        <a:xfrm>
          <a:off x="30593" y="86189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MAULANA AINUL YAQIN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593" y="861897"/>
        <a:ext cx="696554" cy="217673"/>
      </dsp:txXfrm>
    </dsp:sp>
    <dsp:sp modelId="{F370DB59-44C2-4277-B7C0-338627CDEC8F}">
      <dsp:nvSpPr>
        <dsp:cNvPr id="0" name=""/>
        <dsp:cNvSpPr/>
      </dsp:nvSpPr>
      <dsp:spPr>
        <a:xfrm>
          <a:off x="1570" y="830456"/>
          <a:ext cx="152371" cy="228556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E2440-BCC0-4F6E-B372-59186358B2D3}">
      <dsp:nvSpPr>
        <dsp:cNvPr id="0" name=""/>
        <dsp:cNvSpPr/>
      </dsp:nvSpPr>
      <dsp:spPr>
        <a:xfrm>
          <a:off x="832625" y="86189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MEIDA MITASARI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861897"/>
        <a:ext cx="696554" cy="217673"/>
      </dsp:txXfrm>
    </dsp:sp>
    <dsp:sp modelId="{BEAA5606-4AA6-4D32-A488-FE9931E5FE7D}">
      <dsp:nvSpPr>
        <dsp:cNvPr id="0" name=""/>
        <dsp:cNvSpPr/>
      </dsp:nvSpPr>
      <dsp:spPr>
        <a:xfrm>
          <a:off x="803602" y="830456"/>
          <a:ext cx="152371" cy="228556"/>
        </a:xfrm>
        <a:prstGeom prst="rect">
          <a:avLst/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C12BE-D576-4255-B9E0-746DC0B6DD42}">
      <dsp:nvSpPr>
        <dsp:cNvPr id="0" name=""/>
        <dsp:cNvSpPr/>
      </dsp:nvSpPr>
      <dsp:spPr>
        <a:xfrm>
          <a:off x="1634658" y="86189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MIRZA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4658" y="861897"/>
        <a:ext cx="696554" cy="217673"/>
      </dsp:txXfrm>
    </dsp:sp>
    <dsp:sp modelId="{19AE1CA8-249D-4F90-8315-FEF787C48F26}">
      <dsp:nvSpPr>
        <dsp:cNvPr id="0" name=""/>
        <dsp:cNvSpPr/>
      </dsp:nvSpPr>
      <dsp:spPr>
        <a:xfrm>
          <a:off x="1605635" y="830456"/>
          <a:ext cx="152371" cy="228556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8A0BB-2778-4F68-8ED7-FBF84BA49213}">
      <dsp:nvSpPr>
        <dsp:cNvPr id="0" name=""/>
        <dsp:cNvSpPr/>
      </dsp:nvSpPr>
      <dsp:spPr>
        <a:xfrm>
          <a:off x="30593" y="113592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MOHAMAD DAHLAN FAZHRY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593" y="1135924"/>
        <a:ext cx="696554" cy="217673"/>
      </dsp:txXfrm>
    </dsp:sp>
    <dsp:sp modelId="{EE9C5ACD-4634-4A1C-95CB-3AFF5ED78321}">
      <dsp:nvSpPr>
        <dsp:cNvPr id="0" name=""/>
        <dsp:cNvSpPr/>
      </dsp:nvSpPr>
      <dsp:spPr>
        <a:xfrm>
          <a:off x="1570" y="1104482"/>
          <a:ext cx="152371" cy="228556"/>
        </a:xfrm>
        <a:prstGeom prst="rect">
          <a:avLst/>
        </a:prstGeom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E28D6F-201C-4AB8-8D37-18A25143D120}">
      <dsp:nvSpPr>
        <dsp:cNvPr id="0" name=""/>
        <dsp:cNvSpPr/>
      </dsp:nvSpPr>
      <dsp:spPr>
        <a:xfrm>
          <a:off x="832625" y="113592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MUKSIN GANDA KUSUMA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1135924"/>
        <a:ext cx="696554" cy="217673"/>
      </dsp:txXfrm>
    </dsp:sp>
    <dsp:sp modelId="{ADC8E399-B36D-4D45-8E09-7C0E1FC5406C}">
      <dsp:nvSpPr>
        <dsp:cNvPr id="0" name=""/>
        <dsp:cNvSpPr/>
      </dsp:nvSpPr>
      <dsp:spPr>
        <a:xfrm>
          <a:off x="803602" y="1104482"/>
          <a:ext cx="152371" cy="228556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A0BA7-9DEF-4CAA-B102-0F2DC3A93F36}">
      <dsp:nvSpPr>
        <dsp:cNvPr id="0" name=""/>
        <dsp:cNvSpPr/>
      </dsp:nvSpPr>
      <dsp:spPr>
        <a:xfrm>
          <a:off x="1634658" y="1135924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RAISMAN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658" y="1135924"/>
        <a:ext cx="696554" cy="217673"/>
      </dsp:txXfrm>
    </dsp:sp>
    <dsp:sp modelId="{3B2187B0-C42A-4B0A-AECE-9E5E69962CAF}">
      <dsp:nvSpPr>
        <dsp:cNvPr id="0" name=""/>
        <dsp:cNvSpPr/>
      </dsp:nvSpPr>
      <dsp:spPr>
        <a:xfrm>
          <a:off x="1605635" y="1104482"/>
          <a:ext cx="152371" cy="228556"/>
        </a:xfrm>
        <a:prstGeom prst="rect">
          <a:avLst/>
        </a:prstGeom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9587E-D54F-4F91-90B9-F10FFC111CC0}">
      <dsp:nvSpPr>
        <dsp:cNvPr id="0" name=""/>
        <dsp:cNvSpPr/>
      </dsp:nvSpPr>
      <dsp:spPr>
        <a:xfrm>
          <a:off x="30593" y="1409950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RD HABIB RIPNA M. T.AL AZIZ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593" y="1409950"/>
        <a:ext cx="696554" cy="217673"/>
      </dsp:txXfrm>
    </dsp:sp>
    <dsp:sp modelId="{D116E008-E614-4267-961A-9FAA004227FE}">
      <dsp:nvSpPr>
        <dsp:cNvPr id="0" name=""/>
        <dsp:cNvSpPr/>
      </dsp:nvSpPr>
      <dsp:spPr>
        <a:xfrm>
          <a:off x="1570" y="1378508"/>
          <a:ext cx="152371" cy="228556"/>
        </a:xfrm>
        <a:prstGeom prst="rect">
          <a:avLst/>
        </a:prstGeom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ED04A-06F6-492E-B12C-E33B71CAC045}">
      <dsp:nvSpPr>
        <dsp:cNvPr id="0" name=""/>
        <dsp:cNvSpPr/>
      </dsp:nvSpPr>
      <dsp:spPr>
        <a:xfrm>
          <a:off x="832625" y="1409950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RENNY MARLANI OKTAVIA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1409950"/>
        <a:ext cx="696554" cy="217673"/>
      </dsp:txXfrm>
    </dsp:sp>
    <dsp:sp modelId="{D21D2076-A4E4-48D2-88E7-6948A2BC1F6E}">
      <dsp:nvSpPr>
        <dsp:cNvPr id="0" name=""/>
        <dsp:cNvSpPr/>
      </dsp:nvSpPr>
      <dsp:spPr>
        <a:xfrm>
          <a:off x="803602" y="1378508"/>
          <a:ext cx="152371" cy="228556"/>
        </a:xfrm>
        <a:prstGeom prst="rect">
          <a:avLst/>
        </a:prstGeom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0EDF5-CE67-49A3-8CF7-2BCEEE9D6183}">
      <dsp:nvSpPr>
        <dsp:cNvPr id="0" name=""/>
        <dsp:cNvSpPr/>
      </dsp:nvSpPr>
      <dsp:spPr>
        <a:xfrm>
          <a:off x="1634658" y="1409950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RULLY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4658" y="1409950"/>
        <a:ext cx="696554" cy="217673"/>
      </dsp:txXfrm>
    </dsp:sp>
    <dsp:sp modelId="{7A43F0D0-AC3B-4BD4-8073-352507079F73}">
      <dsp:nvSpPr>
        <dsp:cNvPr id="0" name=""/>
        <dsp:cNvSpPr/>
      </dsp:nvSpPr>
      <dsp:spPr>
        <a:xfrm>
          <a:off x="1605635" y="1378508"/>
          <a:ext cx="152371" cy="228556"/>
        </a:xfrm>
        <a:prstGeom prst="rect">
          <a:avLst/>
        </a:prstGeom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E89D3-FE95-4DE9-AB92-A82AF4F5C8CB}">
      <dsp:nvSpPr>
        <dsp:cNvPr id="0" name=""/>
        <dsp:cNvSpPr/>
      </dsp:nvSpPr>
      <dsp:spPr>
        <a:xfrm>
          <a:off x="30593" y="168397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5240" rIns="15240" bIns="15240" numCol="1" spcCol="1270" anchor="ctr" anchorCtr="0">
          <a:noAutofit/>
        </a:bodyPr>
        <a:lstStyle/>
        <a:p>
          <a:pPr lvl="0" algn="l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400" b="1" i="0" u="none" kern="1200" dirty="0">
              <a:solidFill>
                <a:schemeClr val="bg1"/>
              </a:solidFill>
              <a:latin typeface="Comic Sans MS" pitchFamily="66" charset="0"/>
            </a:rPr>
            <a:t>SURYA LUMBANTOBING</a:t>
          </a:r>
          <a:endParaRPr lang="en-ID" sz="4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593" y="1683977"/>
        <a:ext cx="696554" cy="217673"/>
      </dsp:txXfrm>
    </dsp:sp>
    <dsp:sp modelId="{6D088C06-277A-4EFD-A5F3-70E0CB6C34A5}">
      <dsp:nvSpPr>
        <dsp:cNvPr id="0" name=""/>
        <dsp:cNvSpPr/>
      </dsp:nvSpPr>
      <dsp:spPr>
        <a:xfrm>
          <a:off x="1570" y="1652535"/>
          <a:ext cx="152371" cy="228556"/>
        </a:xfrm>
        <a:prstGeom prst="rect">
          <a:avLst/>
        </a:prstGeom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D2B21-5776-417E-A3C5-1EFC04A6CA73}">
      <dsp:nvSpPr>
        <dsp:cNvPr id="0" name=""/>
        <dsp:cNvSpPr/>
      </dsp:nvSpPr>
      <dsp:spPr>
        <a:xfrm>
          <a:off x="832625" y="168397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WIDANINGSIH JR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1683977"/>
        <a:ext cx="696554" cy="217673"/>
      </dsp:txXfrm>
    </dsp:sp>
    <dsp:sp modelId="{0DBDF638-8394-4149-90E4-1BA2A9E97337}">
      <dsp:nvSpPr>
        <dsp:cNvPr id="0" name=""/>
        <dsp:cNvSpPr/>
      </dsp:nvSpPr>
      <dsp:spPr>
        <a:xfrm>
          <a:off x="803602" y="1652535"/>
          <a:ext cx="152371" cy="228556"/>
        </a:xfrm>
        <a:prstGeom prst="rect">
          <a:avLst/>
        </a:prstGeom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D7F24-30DD-4D04-8795-A39B63CB08C3}">
      <dsp:nvSpPr>
        <dsp:cNvPr id="0" name=""/>
        <dsp:cNvSpPr/>
      </dsp:nvSpPr>
      <dsp:spPr>
        <a:xfrm>
          <a:off x="1634658" y="1683977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WINDI SOLIHAT PERMANA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4658" y="1683977"/>
        <a:ext cx="696554" cy="217673"/>
      </dsp:txXfrm>
    </dsp:sp>
    <dsp:sp modelId="{585A178E-6BAF-4586-A9B1-E65CF84395A5}">
      <dsp:nvSpPr>
        <dsp:cNvPr id="0" name=""/>
        <dsp:cNvSpPr/>
      </dsp:nvSpPr>
      <dsp:spPr>
        <a:xfrm>
          <a:off x="1605635" y="1652535"/>
          <a:ext cx="152371" cy="228556"/>
        </a:xfrm>
        <a:prstGeom prst="rect">
          <a:avLst/>
        </a:prstGeom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E00CF-CC56-4219-867E-C38FE68D1B06}">
      <dsp:nvSpPr>
        <dsp:cNvPr id="0" name=""/>
        <dsp:cNvSpPr/>
      </dsp:nvSpPr>
      <dsp:spPr>
        <a:xfrm>
          <a:off x="832625" y="1958003"/>
          <a:ext cx="696554" cy="217673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37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YENI NURUL AENI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625" y="1958003"/>
        <a:ext cx="696554" cy="217673"/>
      </dsp:txXfrm>
    </dsp:sp>
    <dsp:sp modelId="{95CF109A-06B6-4B64-BEA2-5E542B9160D3}">
      <dsp:nvSpPr>
        <dsp:cNvPr id="0" name=""/>
        <dsp:cNvSpPr/>
      </dsp:nvSpPr>
      <dsp:spPr>
        <a:xfrm>
          <a:off x="803602" y="1926561"/>
          <a:ext cx="152371" cy="228556"/>
        </a:xfrm>
        <a:prstGeom prst="rect">
          <a:avLst/>
        </a:prstGeom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B67BC-78A2-4E2F-85DA-56A1DCAEC41B}">
      <dsp:nvSpPr>
        <dsp:cNvPr id="0" name=""/>
        <dsp:cNvSpPr/>
      </dsp:nvSpPr>
      <dsp:spPr>
        <a:xfrm>
          <a:off x="30533" y="314354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AGUNG WALIANSYAH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533" y="314354"/>
        <a:ext cx="696166" cy="217552"/>
      </dsp:txXfrm>
    </dsp:sp>
    <dsp:sp modelId="{1F167970-C582-47CA-ADAD-835B499839E3}">
      <dsp:nvSpPr>
        <dsp:cNvPr id="0" name=""/>
        <dsp:cNvSpPr/>
      </dsp:nvSpPr>
      <dsp:spPr>
        <a:xfrm>
          <a:off x="1526" y="282930"/>
          <a:ext cx="152286" cy="22842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5E1BC-6260-4165-8D01-ACC654C0ED75}">
      <dsp:nvSpPr>
        <dsp:cNvPr id="0" name=""/>
        <dsp:cNvSpPr/>
      </dsp:nvSpPr>
      <dsp:spPr>
        <a:xfrm>
          <a:off x="832162" y="314354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ALVIN PUSPA WARDANI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162" y="314354"/>
        <a:ext cx="696166" cy="217552"/>
      </dsp:txXfrm>
    </dsp:sp>
    <dsp:sp modelId="{C7ED8601-F527-4FB8-A932-A647156AD0F5}">
      <dsp:nvSpPr>
        <dsp:cNvPr id="0" name=""/>
        <dsp:cNvSpPr/>
      </dsp:nvSpPr>
      <dsp:spPr>
        <a:xfrm>
          <a:off x="803155" y="282930"/>
          <a:ext cx="152286" cy="228429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D15D0-095C-4F91-BBC7-DFB3CC03F332}">
      <dsp:nvSpPr>
        <dsp:cNvPr id="0" name=""/>
        <dsp:cNvSpPr/>
      </dsp:nvSpPr>
      <dsp:spPr>
        <a:xfrm>
          <a:off x="1633791" y="314354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>
              <a:solidFill>
                <a:schemeClr val="bg1"/>
              </a:solidFill>
              <a:latin typeface="Comic Sans MS" pitchFamily="66" charset="0"/>
            </a:rPr>
            <a:t>IPAN SOPIYAN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3791" y="314354"/>
        <a:ext cx="696166" cy="217552"/>
      </dsp:txXfrm>
    </dsp:sp>
    <dsp:sp modelId="{434A6E72-5D44-4694-84DC-5BD96EA14975}">
      <dsp:nvSpPr>
        <dsp:cNvPr id="0" name=""/>
        <dsp:cNvSpPr/>
      </dsp:nvSpPr>
      <dsp:spPr>
        <a:xfrm>
          <a:off x="1604784" y="282930"/>
          <a:ext cx="152286" cy="228429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326FB7-277A-406A-8C62-898B35BF8550}">
      <dsp:nvSpPr>
        <dsp:cNvPr id="0" name=""/>
        <dsp:cNvSpPr/>
      </dsp:nvSpPr>
      <dsp:spPr>
        <a:xfrm>
          <a:off x="30533" y="588228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>
              <a:solidFill>
                <a:schemeClr val="bg1"/>
              </a:solidFill>
              <a:latin typeface="Comic Sans MS" pitchFamily="66" charset="0"/>
            </a:rPr>
            <a:t>HENDRY DAVID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533" y="588228"/>
        <a:ext cx="696166" cy="217552"/>
      </dsp:txXfrm>
    </dsp:sp>
    <dsp:sp modelId="{F0CF8038-9467-4FF7-BF83-B3E4A8F47BD0}">
      <dsp:nvSpPr>
        <dsp:cNvPr id="0" name=""/>
        <dsp:cNvSpPr/>
      </dsp:nvSpPr>
      <dsp:spPr>
        <a:xfrm>
          <a:off x="1526" y="556804"/>
          <a:ext cx="152286" cy="228429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B0F1F-87C4-47D2-96F3-A6EEBF44CF13}">
      <dsp:nvSpPr>
        <dsp:cNvPr id="0" name=""/>
        <dsp:cNvSpPr/>
      </dsp:nvSpPr>
      <dsp:spPr>
        <a:xfrm>
          <a:off x="832162" y="588228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CITRA CORNELIUS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162" y="588228"/>
        <a:ext cx="696166" cy="217552"/>
      </dsp:txXfrm>
    </dsp:sp>
    <dsp:sp modelId="{0C705E09-6D46-481F-B29C-09F0D2E85E7F}">
      <dsp:nvSpPr>
        <dsp:cNvPr id="0" name=""/>
        <dsp:cNvSpPr/>
      </dsp:nvSpPr>
      <dsp:spPr>
        <a:xfrm>
          <a:off x="803155" y="556804"/>
          <a:ext cx="152286" cy="228429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000" b="-1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3A9C6-57FC-40FF-990E-1F51B7D5A639}">
      <dsp:nvSpPr>
        <dsp:cNvPr id="0" name=""/>
        <dsp:cNvSpPr/>
      </dsp:nvSpPr>
      <dsp:spPr>
        <a:xfrm>
          <a:off x="1633791" y="588228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DELLA SUSILAWATI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3791" y="588228"/>
        <a:ext cx="696166" cy="217552"/>
      </dsp:txXfrm>
    </dsp:sp>
    <dsp:sp modelId="{46AB91FD-01FA-4078-8CB9-1C9779A9A3C2}">
      <dsp:nvSpPr>
        <dsp:cNvPr id="0" name=""/>
        <dsp:cNvSpPr/>
      </dsp:nvSpPr>
      <dsp:spPr>
        <a:xfrm>
          <a:off x="1604784" y="556804"/>
          <a:ext cx="152286" cy="228429"/>
        </a:xfrm>
        <a:prstGeom prst="rect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4B9DC-D84B-4A57-A089-408674DAE971}">
      <dsp:nvSpPr>
        <dsp:cNvPr id="0" name=""/>
        <dsp:cNvSpPr/>
      </dsp:nvSpPr>
      <dsp:spPr>
        <a:xfrm>
          <a:off x="30533" y="862102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EKA MARDIYANI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533" y="862102"/>
        <a:ext cx="696166" cy="217552"/>
      </dsp:txXfrm>
    </dsp:sp>
    <dsp:sp modelId="{02859034-E651-4322-A5BB-E6E1620DE0B1}">
      <dsp:nvSpPr>
        <dsp:cNvPr id="0" name=""/>
        <dsp:cNvSpPr/>
      </dsp:nvSpPr>
      <dsp:spPr>
        <a:xfrm>
          <a:off x="1526" y="830678"/>
          <a:ext cx="152286" cy="228429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E552E2-B11F-40A7-8F58-706035EF130A}">
      <dsp:nvSpPr>
        <dsp:cNvPr id="0" name=""/>
        <dsp:cNvSpPr/>
      </dsp:nvSpPr>
      <dsp:spPr>
        <a:xfrm>
          <a:off x="832162" y="862102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ELANG SUGIONO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162" y="862102"/>
        <a:ext cx="696166" cy="217552"/>
      </dsp:txXfrm>
    </dsp:sp>
    <dsp:sp modelId="{8663B5DC-BE8F-4C7F-8F2F-288D57795AA4}">
      <dsp:nvSpPr>
        <dsp:cNvPr id="0" name=""/>
        <dsp:cNvSpPr/>
      </dsp:nvSpPr>
      <dsp:spPr>
        <a:xfrm>
          <a:off x="803155" y="830678"/>
          <a:ext cx="152286" cy="228429"/>
        </a:xfrm>
        <a:prstGeom prst="rect">
          <a:avLst/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38F08-1051-4F93-AAFB-7B7B2DA5DC7B}">
      <dsp:nvSpPr>
        <dsp:cNvPr id="0" name=""/>
        <dsp:cNvSpPr/>
      </dsp:nvSpPr>
      <dsp:spPr>
        <a:xfrm>
          <a:off x="1633791" y="862102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5240" rIns="15240" bIns="15240" numCol="1" spcCol="1270" anchor="ctr" anchorCtr="0">
          <a:noAutofit/>
        </a:bodyPr>
        <a:lstStyle/>
        <a:p>
          <a:pPr lvl="0" algn="l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400" b="1" i="0" u="none" kern="1200" dirty="0">
              <a:solidFill>
                <a:schemeClr val="bg1"/>
              </a:solidFill>
              <a:latin typeface="Comic Sans MS" pitchFamily="66" charset="0"/>
            </a:rPr>
            <a:t>FERINA PUJANGGAWATI</a:t>
          </a:r>
          <a:endParaRPr lang="en-ID" sz="4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3791" y="862102"/>
        <a:ext cx="696166" cy="217552"/>
      </dsp:txXfrm>
    </dsp:sp>
    <dsp:sp modelId="{055611BA-8A90-496D-B11D-A5D56A6DEA72}">
      <dsp:nvSpPr>
        <dsp:cNvPr id="0" name=""/>
        <dsp:cNvSpPr/>
      </dsp:nvSpPr>
      <dsp:spPr>
        <a:xfrm>
          <a:off x="1604784" y="830678"/>
          <a:ext cx="152286" cy="228429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B5E96-6127-4315-87FF-22C72FCBFE7C}">
      <dsp:nvSpPr>
        <dsp:cNvPr id="0" name=""/>
        <dsp:cNvSpPr/>
      </dsp:nvSpPr>
      <dsp:spPr>
        <a:xfrm>
          <a:off x="30533" y="1135976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GIACINTA RENA GAYATRI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533" y="1135976"/>
        <a:ext cx="696166" cy="217552"/>
      </dsp:txXfrm>
    </dsp:sp>
    <dsp:sp modelId="{D71AE0D5-DFED-46F7-BEA5-5A8ED0EA53D5}">
      <dsp:nvSpPr>
        <dsp:cNvPr id="0" name=""/>
        <dsp:cNvSpPr/>
      </dsp:nvSpPr>
      <dsp:spPr>
        <a:xfrm>
          <a:off x="1526" y="1104552"/>
          <a:ext cx="152286" cy="228429"/>
        </a:xfrm>
        <a:prstGeom prst="rect">
          <a:avLst/>
        </a:prstGeom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EF5391-A2A0-4026-B434-5538B4647104}">
      <dsp:nvSpPr>
        <dsp:cNvPr id="0" name=""/>
        <dsp:cNvSpPr/>
      </dsp:nvSpPr>
      <dsp:spPr>
        <a:xfrm>
          <a:off x="832162" y="1135976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HELMI FAHRI DWI GUNA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832162" y="1135976"/>
        <a:ext cx="696166" cy="217552"/>
      </dsp:txXfrm>
    </dsp:sp>
    <dsp:sp modelId="{B3D47053-63C8-4258-99D3-E15DA1BDCA4E}">
      <dsp:nvSpPr>
        <dsp:cNvPr id="0" name=""/>
        <dsp:cNvSpPr/>
      </dsp:nvSpPr>
      <dsp:spPr>
        <a:xfrm>
          <a:off x="803155" y="1104552"/>
          <a:ext cx="152286" cy="228429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2000" b="-22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843CF-660A-451F-B31E-9E63725175C1}">
      <dsp:nvSpPr>
        <dsp:cNvPr id="0" name=""/>
        <dsp:cNvSpPr/>
      </dsp:nvSpPr>
      <dsp:spPr>
        <a:xfrm>
          <a:off x="1633791" y="1135976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MARINA SEPTIANTI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1633791" y="1135976"/>
        <a:ext cx="696166" cy="217552"/>
      </dsp:txXfrm>
    </dsp:sp>
    <dsp:sp modelId="{79BE03DB-C2BC-490C-B2F8-957162B66AAF}">
      <dsp:nvSpPr>
        <dsp:cNvPr id="0" name=""/>
        <dsp:cNvSpPr/>
      </dsp:nvSpPr>
      <dsp:spPr>
        <a:xfrm>
          <a:off x="1604784" y="1104552"/>
          <a:ext cx="152286" cy="228429"/>
        </a:xfrm>
        <a:prstGeom prst="rect">
          <a:avLst/>
        </a:prstGeom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3E6ACF-5A75-4CFB-A399-2F5040F2D11C}">
      <dsp:nvSpPr>
        <dsp:cNvPr id="0" name=""/>
        <dsp:cNvSpPr/>
      </dsp:nvSpPr>
      <dsp:spPr>
        <a:xfrm>
          <a:off x="30533" y="1409850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MIKA FRAMIKA MARANTIKA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30533" y="1409850"/>
        <a:ext cx="696166" cy="217552"/>
      </dsp:txXfrm>
    </dsp:sp>
    <dsp:sp modelId="{E3CF8D3E-54AC-40FE-90E8-18092B7EF684}">
      <dsp:nvSpPr>
        <dsp:cNvPr id="0" name=""/>
        <dsp:cNvSpPr/>
      </dsp:nvSpPr>
      <dsp:spPr>
        <a:xfrm>
          <a:off x="1526" y="1378426"/>
          <a:ext cx="152286" cy="228429"/>
        </a:xfrm>
        <a:prstGeom prst="rect">
          <a:avLst/>
        </a:prstGeom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0A8FF-BEC1-483F-AEEA-C00CBA504AD5}">
      <dsp:nvSpPr>
        <dsp:cNvPr id="0" name=""/>
        <dsp:cNvSpPr/>
      </dsp:nvSpPr>
      <dsp:spPr>
        <a:xfrm>
          <a:off x="832162" y="1409850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REZHA RIZKIA ANANDITA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162" y="1409850"/>
        <a:ext cx="696166" cy="217552"/>
      </dsp:txXfrm>
    </dsp:sp>
    <dsp:sp modelId="{8DF34AFA-93A6-4FBC-AE39-BE4A378111E9}">
      <dsp:nvSpPr>
        <dsp:cNvPr id="0" name=""/>
        <dsp:cNvSpPr/>
      </dsp:nvSpPr>
      <dsp:spPr>
        <a:xfrm>
          <a:off x="803155" y="1378426"/>
          <a:ext cx="152286" cy="228429"/>
        </a:xfrm>
        <a:prstGeom prst="rect">
          <a:avLst/>
        </a:prstGeom>
        <a:blipFill>
          <a:blip xmlns:r="http://schemas.openxmlformats.org/officeDocument/2006/relationships"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43827-CC64-4708-B569-0E945129E8DD}">
      <dsp:nvSpPr>
        <dsp:cNvPr id="0" name=""/>
        <dsp:cNvSpPr/>
      </dsp:nvSpPr>
      <dsp:spPr>
        <a:xfrm>
          <a:off x="1633791" y="1409850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RIDWAN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3791" y="1409850"/>
        <a:ext cx="696166" cy="217552"/>
      </dsp:txXfrm>
    </dsp:sp>
    <dsp:sp modelId="{1330F728-4FDC-4862-99E4-DABD7BF80950}">
      <dsp:nvSpPr>
        <dsp:cNvPr id="0" name=""/>
        <dsp:cNvSpPr/>
      </dsp:nvSpPr>
      <dsp:spPr>
        <a:xfrm>
          <a:off x="1604784" y="1378426"/>
          <a:ext cx="152286" cy="228429"/>
        </a:xfrm>
        <a:prstGeom prst="rect">
          <a:avLst/>
        </a:prstGeom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74B60-5DAA-4297-A4B4-9DB9B86BCDD0}">
      <dsp:nvSpPr>
        <dsp:cNvPr id="0" name=""/>
        <dsp:cNvSpPr/>
      </dsp:nvSpPr>
      <dsp:spPr>
        <a:xfrm>
          <a:off x="30533" y="1683724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SISWANTO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30533" y="1683724"/>
        <a:ext cx="696166" cy="217552"/>
      </dsp:txXfrm>
    </dsp:sp>
    <dsp:sp modelId="{0F7700C4-E9EF-4887-B8BF-DFE24BDD9CBA}">
      <dsp:nvSpPr>
        <dsp:cNvPr id="0" name=""/>
        <dsp:cNvSpPr/>
      </dsp:nvSpPr>
      <dsp:spPr>
        <a:xfrm>
          <a:off x="1526" y="1652300"/>
          <a:ext cx="152286" cy="228429"/>
        </a:xfrm>
        <a:prstGeom prst="rect">
          <a:avLst/>
        </a:prstGeom>
        <a:blipFill>
          <a:blip xmlns:r="http://schemas.openxmlformats.org/officeDocument/2006/relationships"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47E867-702E-4B3C-ACB7-29295B4C9432}">
      <dsp:nvSpPr>
        <dsp:cNvPr id="0" name=""/>
        <dsp:cNvSpPr/>
      </dsp:nvSpPr>
      <dsp:spPr>
        <a:xfrm>
          <a:off x="832162" y="1683724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SYARA SITI NURJANAH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162" y="1683724"/>
        <a:ext cx="696166" cy="217552"/>
      </dsp:txXfrm>
    </dsp:sp>
    <dsp:sp modelId="{E578D7DF-2C38-4104-A257-10EC3C1FC773}">
      <dsp:nvSpPr>
        <dsp:cNvPr id="0" name=""/>
        <dsp:cNvSpPr/>
      </dsp:nvSpPr>
      <dsp:spPr>
        <a:xfrm>
          <a:off x="803155" y="1652300"/>
          <a:ext cx="152286" cy="228429"/>
        </a:xfrm>
        <a:prstGeom prst="rect">
          <a:avLst/>
        </a:prstGeom>
        <a:blipFill>
          <a:blip xmlns:r="http://schemas.openxmlformats.org/officeDocument/2006/relationships"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83298-D623-4997-8F2F-12A2F5BD7D73}">
      <dsp:nvSpPr>
        <dsp:cNvPr id="0" name=""/>
        <dsp:cNvSpPr/>
      </dsp:nvSpPr>
      <dsp:spPr>
        <a:xfrm>
          <a:off x="1633791" y="1683724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>
              <a:solidFill>
                <a:schemeClr val="bg1"/>
              </a:solidFill>
              <a:latin typeface="Comic Sans MS" pitchFamily="66" charset="0"/>
            </a:rPr>
            <a:t>ULUNG TRIHANDOYO</a:t>
          </a:r>
          <a:endParaRPr lang="en-ID" sz="500" b="1" kern="1200">
            <a:solidFill>
              <a:schemeClr val="bg1"/>
            </a:solidFill>
            <a:latin typeface="Comic Sans MS" pitchFamily="66" charset="0"/>
          </a:endParaRPr>
        </a:p>
      </dsp:txBody>
      <dsp:txXfrm>
        <a:off x="1633791" y="1683724"/>
        <a:ext cx="696166" cy="217552"/>
      </dsp:txXfrm>
    </dsp:sp>
    <dsp:sp modelId="{765732BD-AE16-4E53-9E29-BC4A0F98FFE1}">
      <dsp:nvSpPr>
        <dsp:cNvPr id="0" name=""/>
        <dsp:cNvSpPr/>
      </dsp:nvSpPr>
      <dsp:spPr>
        <a:xfrm>
          <a:off x="1604784" y="1652300"/>
          <a:ext cx="152286" cy="228429"/>
        </a:xfrm>
        <a:prstGeom prst="rect">
          <a:avLst/>
        </a:prstGeom>
        <a:blipFill>
          <a:blip xmlns:r="http://schemas.openxmlformats.org/officeDocument/2006/relationships"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CCBE2-24F8-48F7-8876-6456FE6F9B1E}">
      <dsp:nvSpPr>
        <dsp:cNvPr id="0" name=""/>
        <dsp:cNvSpPr/>
      </dsp:nvSpPr>
      <dsp:spPr>
        <a:xfrm>
          <a:off x="832162" y="1957598"/>
          <a:ext cx="696166" cy="21755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55" tIns="19050" rIns="19050" bIns="1905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D" sz="500" b="1" i="0" u="none" kern="1200" dirty="0">
              <a:solidFill>
                <a:schemeClr val="bg1"/>
              </a:solidFill>
              <a:latin typeface="Comic Sans MS" pitchFamily="66" charset="0"/>
            </a:rPr>
            <a:t>VENI VERANIKA KANIA</a:t>
          </a:r>
          <a:endParaRPr lang="en-ID" sz="500" b="1" kern="1200" dirty="0">
            <a:solidFill>
              <a:schemeClr val="bg1"/>
            </a:solidFill>
            <a:latin typeface="Comic Sans MS" pitchFamily="66" charset="0"/>
          </a:endParaRPr>
        </a:p>
      </dsp:txBody>
      <dsp:txXfrm>
        <a:off x="832162" y="1957598"/>
        <a:ext cx="696166" cy="217552"/>
      </dsp:txXfrm>
    </dsp:sp>
    <dsp:sp modelId="{BDAA984E-E1A5-4273-ABCD-9FB08F05E315}">
      <dsp:nvSpPr>
        <dsp:cNvPr id="0" name=""/>
        <dsp:cNvSpPr/>
      </dsp:nvSpPr>
      <dsp:spPr>
        <a:xfrm>
          <a:off x="803155" y="1926174"/>
          <a:ext cx="152286" cy="228429"/>
        </a:xfrm>
        <a:prstGeom prst="rect">
          <a:avLst/>
        </a:prstGeom>
        <a:blipFill>
          <a:blip xmlns:r="http://schemas.openxmlformats.org/officeDocument/2006/relationships"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23975-9D96-4DBC-ACD0-74A8B7625FC4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A58A3-DD27-4422-B997-E07A856371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672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EA58A3-DD27-4422-B997-E07A85637128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229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9DBC-7B62-4814-A91A-CE9B033EF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A0B3A-0DFC-4FA0-8385-C55C88436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FF306-889B-4B52-A373-A105BFF4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7AE5F-865A-4E31-B864-79D20546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7C50A-F51E-4528-96E6-EA6F1B5F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924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EB10-E9A9-4430-A2B6-6F454B32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AC1E-287E-4288-BB56-60A2E9287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7D664-C914-418E-A72B-922F6332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EE979-8D13-435F-8367-1AB3C440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347EB-6C61-4345-82AB-DC7554DC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199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2F67-09A5-4B71-86F4-7DD22D213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5EFE0-961E-42E0-96A1-B036E880C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FA3E2-0410-4A73-A731-A63ACC08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27B69-9622-4BA4-97D9-12539094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116C-D42B-4189-BD6A-146C9FD0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77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CE91B-F9C1-411A-AC1E-ADBA2893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4098F-DFAA-4888-B2BB-5A42BE0B4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47B99-9400-4AF7-8FC2-989ADEE50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2801F-73CD-4ED1-802B-2BC19BAB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3C1B1-F349-46B2-B1AD-734C6E88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DC608-28C3-4131-8D51-BD1A48A26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136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C88A-3924-4AA5-A566-2FF09755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6DB88-E899-474B-80FD-18E8CCD5F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5A2CD-5F13-40BD-BD86-5D9105813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55CBE-9B1D-4326-B827-75743C79B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D3809-D452-4103-9477-336470DBF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552DD9-F246-4BCE-8984-721A048BC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66DBC-BF5A-477E-9924-6C461C92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E2376-2DD4-46C4-B4D4-B1C2B9AC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6506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5E8A-73A7-4DDF-A809-7A554498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5E5552-538F-4E2B-A9A5-50F3CF4A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CDCAE-6A32-4F87-9DDB-65BAFD7A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A5944-0E83-4EC7-8819-B3B8DD5F9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794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DE5A4-5CA9-4238-A91B-62B1677E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A48C1-097A-45D5-8071-6D3BC5B15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92833-5829-4CCF-BFAD-75F4D736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100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57D5-C6D7-4F36-AB6F-92E02FBE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C0AF3-E523-4898-9D4B-5B7D760ED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75E5B-5156-41F1-AFBE-31214C038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42A95-CE0E-4824-ABC5-B8CF6A252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C92B-3FAE-406D-841B-2F586E01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BF674-F977-4CAE-9FBB-2651BA04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200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C31E-33AA-480B-B480-C7C3BB52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F7C45-B113-4E6B-A886-0ED83127D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A3E01-B7DB-4C19-BC95-809A3B113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4BADB-45C8-42BA-AD02-92277FC4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3ED44-9748-4797-BB96-398C903A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15E21-89F7-4BD7-BD31-EDEDED72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830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DBF2-AFB6-4C1E-A161-07E90AE61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B64BC-B0DB-4D44-99DD-C56EDA903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DFD87-466F-4872-A1F6-E220AC30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4321-3D6C-4BE0-9DEE-DB2B54B0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E3A04-ED75-4F42-8B87-7D670D76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513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2ED3D-E7BC-4D74-97D5-61B541146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590E5-1F0D-411D-93F2-D6088AC71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1A006-4DB6-48CA-9FAC-40C2016A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67941-A414-4D00-9AA5-CC4A9DD0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DEE50-8695-4EC3-AA5E-31D154BC3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756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8797BB-C5C5-4FFD-8E67-AB8E0A5D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12A42-68E3-4324-8951-DFBC8BF8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4D9A2-F6DB-4801-BF16-0A8AC56E2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F27C3-205A-45AD-BDDF-60C1DCECA4A5}" type="datetimeFigureOut">
              <a:rPr lang="en-ID" smtClean="0"/>
              <a:t>3/5/2021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E129-71AA-4D7A-A658-546CCBC80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1FBDE-D38A-46ED-B031-8BD3D8BC0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C9A1C-58B4-4B1B-80B9-AB34E599CF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634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jpg"/><Relationship Id="rId11" Type="http://schemas.openxmlformats.org/officeDocument/2006/relationships/image" Target="../media/image5.png"/><Relationship Id="rId5" Type="http://schemas.openxmlformats.org/officeDocument/2006/relationships/slide" Target="slide1.xml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5.xml"/><Relationship Id="rId18" Type="http://schemas.openxmlformats.org/officeDocument/2006/relationships/image" Target="../media/image15.svg"/><Relationship Id="rId3" Type="http://schemas.openxmlformats.org/officeDocument/2006/relationships/image" Target="../media/image6.jpg"/><Relationship Id="rId21" Type="http://schemas.openxmlformats.org/officeDocument/2006/relationships/image" Target="../media/image17.svg"/><Relationship Id="rId7" Type="http://schemas.openxmlformats.org/officeDocument/2006/relationships/image" Target="../media/image8.png"/><Relationship Id="rId12" Type="http://schemas.microsoft.com/office/2007/relationships/hdphoto" Target="../media/hdphoto1.wdp"/><Relationship Id="rId17" Type="http://schemas.openxmlformats.org/officeDocument/2006/relationships/image" Target="../media/image14.png"/><Relationship Id="rId2" Type="http://schemas.openxmlformats.org/officeDocument/2006/relationships/slide" Target="slide2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9.svg"/><Relationship Id="rId10" Type="http://schemas.openxmlformats.org/officeDocument/2006/relationships/slide" Target="slide7.xml"/><Relationship Id="rId19" Type="http://schemas.openxmlformats.org/officeDocument/2006/relationships/slide" Target="slide1.xml"/><Relationship Id="rId4" Type="http://schemas.openxmlformats.org/officeDocument/2006/relationships/slide" Target="slide3.xml"/><Relationship Id="rId9" Type="http://schemas.openxmlformats.org/officeDocument/2006/relationships/image" Target="../media/image9.png"/><Relationship Id="rId14" Type="http://schemas.openxmlformats.org/officeDocument/2006/relationships/image" Target="../media/image11.png"/><Relationship Id="rId22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10.xml"/><Relationship Id="rId18" Type="http://schemas.openxmlformats.org/officeDocument/2006/relationships/image" Target="../media/image15.svg"/><Relationship Id="rId26" Type="http://schemas.openxmlformats.org/officeDocument/2006/relationships/image" Target="../media/image16.png"/><Relationship Id="rId3" Type="http://schemas.openxmlformats.org/officeDocument/2006/relationships/image" Target="../media/image17.jpg"/><Relationship Id="rId21" Type="http://schemas.openxmlformats.org/officeDocument/2006/relationships/image" Target="../media/image17.svg"/><Relationship Id="rId7" Type="http://schemas.openxmlformats.org/officeDocument/2006/relationships/slide" Target="slide8.xml"/><Relationship Id="rId12" Type="http://schemas.openxmlformats.org/officeDocument/2006/relationships/image" Target="../media/image22.png"/><Relationship Id="rId17" Type="http://schemas.openxmlformats.org/officeDocument/2006/relationships/image" Target="../media/image14.png"/><Relationship Id="rId25" Type="http://schemas.openxmlformats.org/officeDocument/2006/relationships/slide" Target="slide5.xml"/><Relationship Id="rId2" Type="http://schemas.openxmlformats.org/officeDocument/2006/relationships/slide" Target="slide3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slide" Target="slide11.xml"/><Relationship Id="rId24" Type="http://schemas.openxmlformats.org/officeDocument/2006/relationships/slide" Target="slide6.xml"/><Relationship Id="rId5" Type="http://schemas.openxmlformats.org/officeDocument/2006/relationships/slide" Target="slide9.xml"/><Relationship Id="rId15" Type="http://schemas.openxmlformats.org/officeDocument/2006/relationships/image" Target="../media/image24.png"/><Relationship Id="rId23" Type="http://schemas.openxmlformats.org/officeDocument/2006/relationships/slide" Target="slide7.xml"/><Relationship Id="rId28" Type="http://schemas.openxmlformats.org/officeDocument/2006/relationships/slide" Target="slide2.xml"/><Relationship Id="rId10" Type="http://schemas.openxmlformats.org/officeDocument/2006/relationships/image" Target="../media/image21.png"/><Relationship Id="rId19" Type="http://schemas.openxmlformats.org/officeDocument/2006/relationships/slide" Target="slide1.xml"/><Relationship Id="rId4" Type="http://schemas.openxmlformats.org/officeDocument/2006/relationships/image" Target="../media/image18.png"/><Relationship Id="rId9" Type="http://schemas.openxmlformats.org/officeDocument/2006/relationships/slide" Target="slide12.xml"/><Relationship Id="rId14" Type="http://schemas.openxmlformats.org/officeDocument/2006/relationships/image" Target="../media/image23.png"/><Relationship Id="rId22" Type="http://schemas.openxmlformats.org/officeDocument/2006/relationships/slide" Target="slide4.xml"/><Relationship Id="rId27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svg"/><Relationship Id="rId18" Type="http://schemas.openxmlformats.org/officeDocument/2006/relationships/image" Target="../media/image16.png"/><Relationship Id="rId3" Type="http://schemas.openxmlformats.org/officeDocument/2006/relationships/image" Target="../media/image6.jpg"/><Relationship Id="rId7" Type="http://schemas.openxmlformats.org/officeDocument/2006/relationships/slide" Target="slide2.xml"/><Relationship Id="rId12" Type="http://schemas.openxmlformats.org/officeDocument/2006/relationships/image" Target="../media/image15.png"/><Relationship Id="rId17" Type="http://schemas.openxmlformats.org/officeDocument/2006/relationships/slide" Target="slide3.xml"/><Relationship Id="rId2" Type="http://schemas.openxmlformats.org/officeDocument/2006/relationships/slide" Target="slide4.xml"/><Relationship Id="rId16" Type="http://schemas.openxmlformats.org/officeDocument/2006/relationships/slide" Target="slide5.xml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NETWORK.mp4" TargetMode="External"/><Relationship Id="rId11" Type="http://schemas.openxmlformats.org/officeDocument/2006/relationships/slide" Target="slide1.xml"/><Relationship Id="rId5" Type="http://schemas.openxmlformats.org/officeDocument/2006/relationships/image" Target="../media/image26.png"/><Relationship Id="rId15" Type="http://schemas.openxmlformats.org/officeDocument/2006/relationships/slide" Target="slide6.xml"/><Relationship Id="rId10" Type="http://schemas.openxmlformats.org/officeDocument/2006/relationships/image" Target="../media/image15.svg"/><Relationship Id="rId19" Type="http://schemas.openxmlformats.org/officeDocument/2006/relationships/image" Target="../media/image19.svg"/><Relationship Id="rId4" Type="http://schemas.openxmlformats.org/officeDocument/2006/relationships/hyperlink" Target="REFUND.mp4" TargetMode="External"/><Relationship Id="rId9" Type="http://schemas.openxmlformats.org/officeDocument/2006/relationships/image" Target="../media/image14.png"/><Relationship Id="rId1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.xml"/><Relationship Id="rId18" Type="http://schemas.openxmlformats.org/officeDocument/2006/relationships/diagramLayout" Target="../diagrams/layout2.xml"/><Relationship Id="rId26" Type="http://schemas.microsoft.com/office/2007/relationships/diagramDrawing" Target="../diagrams/drawing3.xml"/><Relationship Id="rId39" Type="http://schemas.openxmlformats.org/officeDocument/2006/relationships/image" Target="../media/image14.png"/><Relationship Id="rId21" Type="http://schemas.microsoft.com/office/2007/relationships/diagramDrawing" Target="../diagrams/drawing2.xml"/><Relationship Id="rId34" Type="http://schemas.openxmlformats.org/officeDocument/2006/relationships/diagramQuickStyle" Target="../diagrams/quickStyle5.xml"/><Relationship Id="rId42" Type="http://schemas.openxmlformats.org/officeDocument/2006/relationships/image" Target="../media/image15.png"/><Relationship Id="rId47" Type="http://schemas.openxmlformats.org/officeDocument/2006/relationships/slide" Target="slide3.xml"/><Relationship Id="rId50" Type="http://schemas.openxmlformats.org/officeDocument/2006/relationships/image" Target="../media/image25.png"/><Relationship Id="rId7" Type="http://schemas.openxmlformats.org/officeDocument/2006/relationships/image" Target="../media/image30.jpeg"/><Relationship Id="rId2" Type="http://schemas.openxmlformats.org/officeDocument/2006/relationships/slide" Target="slide5.xml"/><Relationship Id="rId16" Type="http://schemas.microsoft.com/office/2007/relationships/diagramDrawing" Target="../diagrams/drawing1.xml"/><Relationship Id="rId29" Type="http://schemas.openxmlformats.org/officeDocument/2006/relationships/diagramQuickStyle" Target="../diagrams/quickStyle4.xml"/><Relationship Id="rId11" Type="http://schemas.openxmlformats.org/officeDocument/2006/relationships/image" Target="../media/image34.jpeg"/><Relationship Id="rId24" Type="http://schemas.openxmlformats.org/officeDocument/2006/relationships/diagramQuickStyle" Target="../diagrams/quickStyle3.xml"/><Relationship Id="rId32" Type="http://schemas.openxmlformats.org/officeDocument/2006/relationships/diagramData" Target="../diagrams/data5.xml"/><Relationship Id="rId37" Type="http://schemas.openxmlformats.org/officeDocument/2006/relationships/slide" Target="slide2.xml"/><Relationship Id="rId40" Type="http://schemas.openxmlformats.org/officeDocument/2006/relationships/image" Target="../media/image15.svg"/><Relationship Id="rId45" Type="http://schemas.openxmlformats.org/officeDocument/2006/relationships/slide" Target="slide7.xml"/><Relationship Id="rId5" Type="http://schemas.openxmlformats.org/officeDocument/2006/relationships/image" Target="../media/image28.jpeg"/><Relationship Id="rId15" Type="http://schemas.openxmlformats.org/officeDocument/2006/relationships/diagramColors" Target="../diagrams/colors1.xml"/><Relationship Id="rId23" Type="http://schemas.openxmlformats.org/officeDocument/2006/relationships/diagramLayout" Target="../diagrams/layout3.xml"/><Relationship Id="rId28" Type="http://schemas.openxmlformats.org/officeDocument/2006/relationships/diagramLayout" Target="../diagrams/layout4.xml"/><Relationship Id="rId36" Type="http://schemas.microsoft.com/office/2007/relationships/diagramDrawing" Target="../diagrams/drawing5.xml"/><Relationship Id="rId49" Type="http://schemas.openxmlformats.org/officeDocument/2006/relationships/image" Target="../media/image19.svg"/><Relationship Id="rId10" Type="http://schemas.openxmlformats.org/officeDocument/2006/relationships/image" Target="../media/image33.jpeg"/><Relationship Id="rId19" Type="http://schemas.openxmlformats.org/officeDocument/2006/relationships/diagramQuickStyle" Target="../diagrams/quickStyle2.xml"/><Relationship Id="rId31" Type="http://schemas.microsoft.com/office/2007/relationships/diagramDrawing" Target="../diagrams/drawing4.xml"/><Relationship Id="rId44" Type="http://schemas.openxmlformats.org/officeDocument/2006/relationships/slide" Target="slide4.xml"/><Relationship Id="rId4" Type="http://schemas.openxmlformats.org/officeDocument/2006/relationships/image" Target="../media/image27.jpeg"/><Relationship Id="rId9" Type="http://schemas.openxmlformats.org/officeDocument/2006/relationships/image" Target="../media/image32.jpeg"/><Relationship Id="rId14" Type="http://schemas.openxmlformats.org/officeDocument/2006/relationships/diagramQuickStyle" Target="../diagrams/quickStyle1.xml"/><Relationship Id="rId22" Type="http://schemas.openxmlformats.org/officeDocument/2006/relationships/diagramData" Target="../diagrams/data3.xml"/><Relationship Id="rId27" Type="http://schemas.openxmlformats.org/officeDocument/2006/relationships/diagramData" Target="../diagrams/data4.xml"/><Relationship Id="rId30" Type="http://schemas.openxmlformats.org/officeDocument/2006/relationships/diagramColors" Target="../diagrams/colors4.xml"/><Relationship Id="rId35" Type="http://schemas.openxmlformats.org/officeDocument/2006/relationships/diagramColors" Target="../diagrams/colors5.xml"/><Relationship Id="rId43" Type="http://schemas.openxmlformats.org/officeDocument/2006/relationships/image" Target="../media/image17.svg"/><Relationship Id="rId48" Type="http://schemas.openxmlformats.org/officeDocument/2006/relationships/image" Target="../media/image16.png"/><Relationship Id="rId8" Type="http://schemas.openxmlformats.org/officeDocument/2006/relationships/image" Target="../media/image31.jpeg"/><Relationship Id="rId3" Type="http://schemas.openxmlformats.org/officeDocument/2006/relationships/image" Target="../media/image6.jpg"/><Relationship Id="rId12" Type="http://schemas.openxmlformats.org/officeDocument/2006/relationships/diagramData" Target="../diagrams/data1.xml"/><Relationship Id="rId17" Type="http://schemas.openxmlformats.org/officeDocument/2006/relationships/diagramData" Target="../diagrams/data2.xml"/><Relationship Id="rId25" Type="http://schemas.openxmlformats.org/officeDocument/2006/relationships/diagramColors" Target="../diagrams/colors3.xml"/><Relationship Id="rId33" Type="http://schemas.openxmlformats.org/officeDocument/2006/relationships/diagramLayout" Target="../diagrams/layout5.xml"/><Relationship Id="rId38" Type="http://schemas.openxmlformats.org/officeDocument/2006/relationships/image" Target="../media/image13.png"/><Relationship Id="rId46" Type="http://schemas.openxmlformats.org/officeDocument/2006/relationships/slide" Target="slide6.xml"/><Relationship Id="rId20" Type="http://schemas.openxmlformats.org/officeDocument/2006/relationships/diagramColors" Target="../diagrams/colors2.xml"/><Relationship Id="rId41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image" Target="../media/image15.png"/><Relationship Id="rId18" Type="http://schemas.openxmlformats.org/officeDocument/2006/relationships/slide" Target="slide3.xml"/><Relationship Id="rId3" Type="http://schemas.openxmlformats.org/officeDocument/2006/relationships/image" Target="../media/image131.jpg"/><Relationship Id="rId21" Type="http://schemas.openxmlformats.org/officeDocument/2006/relationships/image" Target="../media/image25.png"/><Relationship Id="rId7" Type="http://schemas.microsoft.com/office/2007/relationships/hdphoto" Target="../media/hdphoto2.wdp"/><Relationship Id="rId12" Type="http://schemas.openxmlformats.org/officeDocument/2006/relationships/slide" Target="slide1.xml"/><Relationship Id="rId17" Type="http://schemas.openxmlformats.org/officeDocument/2006/relationships/slide" Target="slide5.xml"/><Relationship Id="rId2" Type="http://schemas.openxmlformats.org/officeDocument/2006/relationships/slide" Target="slide6.xml"/><Relationship Id="rId16" Type="http://schemas.openxmlformats.org/officeDocument/2006/relationships/slide" Target="slide7.xml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5.svg"/><Relationship Id="rId5" Type="http://schemas.openxmlformats.org/officeDocument/2006/relationships/slide" Target="slide17.xml"/><Relationship Id="rId15" Type="http://schemas.openxmlformats.org/officeDocument/2006/relationships/slide" Target="slide4.xml"/><Relationship Id="rId10" Type="http://schemas.openxmlformats.org/officeDocument/2006/relationships/image" Target="../media/image14.png"/><Relationship Id="rId19" Type="http://schemas.openxmlformats.org/officeDocument/2006/relationships/image" Target="../media/image16.png"/><Relationship Id="rId4" Type="http://schemas.openxmlformats.org/officeDocument/2006/relationships/image" Target="../media/image132.png"/><Relationship Id="rId9" Type="http://schemas.openxmlformats.org/officeDocument/2006/relationships/image" Target="../media/image13.png"/><Relationship Id="rId1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file:///C:\Users\USER\Desktop\%5b%5bGodOfGames14%5d%5d%20Quiz%20Parampa%201,%202,%203\Quiz%20Parampa%201.exe" TargetMode="External"/><Relationship Id="rId13" Type="http://schemas.microsoft.com/office/2007/relationships/hdphoto" Target="../media/hdphoto4.wdp"/><Relationship Id="rId18" Type="http://schemas.openxmlformats.org/officeDocument/2006/relationships/image" Target="../media/image15.svg"/><Relationship Id="rId26" Type="http://schemas.openxmlformats.org/officeDocument/2006/relationships/image" Target="../media/image16.png"/><Relationship Id="rId3" Type="http://schemas.openxmlformats.org/officeDocument/2006/relationships/image" Target="../media/image134.jpg"/><Relationship Id="rId21" Type="http://schemas.openxmlformats.org/officeDocument/2006/relationships/image" Target="../media/image17.svg"/><Relationship Id="rId7" Type="http://schemas.openxmlformats.org/officeDocument/2006/relationships/image" Target="../media/image136.png"/><Relationship Id="rId12" Type="http://schemas.openxmlformats.org/officeDocument/2006/relationships/image" Target="../media/image138.png"/><Relationship Id="rId17" Type="http://schemas.openxmlformats.org/officeDocument/2006/relationships/image" Target="../media/image14.png"/><Relationship Id="rId25" Type="http://schemas.openxmlformats.org/officeDocument/2006/relationships/slide" Target="slide3.xml"/><Relationship Id="rId2" Type="http://schemas.openxmlformats.org/officeDocument/2006/relationships/slide" Target="slide7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Users\USER\Desktop\oke%20cimol\index.html" TargetMode="External"/><Relationship Id="rId11" Type="http://schemas.openxmlformats.org/officeDocument/2006/relationships/hyperlink" Target="GAME/%5b%5bGodOfGames14%5d%5d%20Quiz%20Parampa%201,%202,%203/Quiz%20Parampa%201.exe" TargetMode="External"/><Relationship Id="rId24" Type="http://schemas.openxmlformats.org/officeDocument/2006/relationships/slide" Target="slide5.xml"/><Relationship Id="rId5" Type="http://schemas.openxmlformats.org/officeDocument/2006/relationships/image" Target="../media/image139.svg"/><Relationship Id="rId15" Type="http://schemas.openxmlformats.org/officeDocument/2006/relationships/slide" Target="slide2.xml"/><Relationship Id="rId23" Type="http://schemas.openxmlformats.org/officeDocument/2006/relationships/slide" Target="slide6.xml"/><Relationship Id="rId28" Type="http://schemas.openxmlformats.org/officeDocument/2006/relationships/image" Target="../media/image25.png"/><Relationship Id="rId10" Type="http://schemas.microsoft.com/office/2007/relationships/hdphoto" Target="../media/hdphoto3.wdp"/><Relationship Id="rId19" Type="http://schemas.openxmlformats.org/officeDocument/2006/relationships/slide" Target="slide1.xml"/><Relationship Id="rId4" Type="http://schemas.openxmlformats.org/officeDocument/2006/relationships/image" Target="../media/image135.png"/><Relationship Id="rId9" Type="http://schemas.openxmlformats.org/officeDocument/2006/relationships/image" Target="../media/image137.png"/><Relationship Id="rId14" Type="http://schemas.openxmlformats.org/officeDocument/2006/relationships/image" Target="../media/image139.jpeg"/><Relationship Id="rId22" Type="http://schemas.openxmlformats.org/officeDocument/2006/relationships/slide" Target="slide4.xml"/><Relationship Id="rId27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image" Target="../media/image152.png"/><Relationship Id="rId26" Type="http://schemas.openxmlformats.org/officeDocument/2006/relationships/image" Target="../media/image13.png"/><Relationship Id="rId39" Type="http://schemas.openxmlformats.org/officeDocument/2006/relationships/image" Target="../media/image25.png"/><Relationship Id="rId21" Type="http://schemas.openxmlformats.org/officeDocument/2006/relationships/image" Target="../media/image155.png"/><Relationship Id="rId34" Type="http://schemas.openxmlformats.org/officeDocument/2006/relationships/slide" Target="slide6.xml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17" Type="http://schemas.openxmlformats.org/officeDocument/2006/relationships/image" Target="../media/image151.png"/><Relationship Id="rId25" Type="http://schemas.openxmlformats.org/officeDocument/2006/relationships/image" Target="../media/image159.jpeg"/><Relationship Id="rId33" Type="http://schemas.openxmlformats.org/officeDocument/2006/relationships/slide" Target="slide7.xml"/><Relationship Id="rId38" Type="http://schemas.openxmlformats.org/officeDocument/2006/relationships/slide" Target="slide2.xml"/><Relationship Id="rId2" Type="http://schemas.openxmlformats.org/officeDocument/2006/relationships/slide" Target="slide8.xml"/><Relationship Id="rId16" Type="http://schemas.microsoft.com/office/2007/relationships/hdphoto" Target="../media/hdphoto6.wdp"/><Relationship Id="rId20" Type="http://schemas.openxmlformats.org/officeDocument/2006/relationships/image" Target="../media/image154.png"/><Relationship Id="rId29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24" Type="http://schemas.openxmlformats.org/officeDocument/2006/relationships/image" Target="../media/image158.jpeg"/><Relationship Id="rId32" Type="http://schemas.openxmlformats.org/officeDocument/2006/relationships/slide" Target="slide4.xml"/><Relationship Id="rId37" Type="http://schemas.openxmlformats.org/officeDocument/2006/relationships/image" Target="../media/image19.svg"/><Relationship Id="rId5" Type="http://schemas.openxmlformats.org/officeDocument/2006/relationships/image" Target="../media/image141.png"/><Relationship Id="rId15" Type="http://schemas.openxmlformats.org/officeDocument/2006/relationships/image" Target="../media/image150.png"/><Relationship Id="rId23" Type="http://schemas.openxmlformats.org/officeDocument/2006/relationships/image" Target="../media/image157.png"/><Relationship Id="rId28" Type="http://schemas.openxmlformats.org/officeDocument/2006/relationships/image" Target="../media/image15.svg"/><Relationship Id="rId36" Type="http://schemas.openxmlformats.org/officeDocument/2006/relationships/image" Target="../media/image16.png"/><Relationship Id="rId10" Type="http://schemas.openxmlformats.org/officeDocument/2006/relationships/image" Target="../media/image146.png"/><Relationship Id="rId19" Type="http://schemas.openxmlformats.org/officeDocument/2006/relationships/image" Target="../media/image153.png"/><Relationship Id="rId31" Type="http://schemas.openxmlformats.org/officeDocument/2006/relationships/image" Target="../media/image17.svg"/><Relationship Id="rId4" Type="http://schemas.openxmlformats.org/officeDocument/2006/relationships/slide" Target="slide3.xml"/><Relationship Id="rId9" Type="http://schemas.openxmlformats.org/officeDocument/2006/relationships/image" Target="../media/image145.png"/><Relationship Id="rId14" Type="http://schemas.microsoft.com/office/2007/relationships/hdphoto" Target="../media/hdphoto5.wdp"/><Relationship Id="rId22" Type="http://schemas.openxmlformats.org/officeDocument/2006/relationships/image" Target="../media/image156.png"/><Relationship Id="rId27" Type="http://schemas.openxmlformats.org/officeDocument/2006/relationships/image" Target="../media/image14.png"/><Relationship Id="rId30" Type="http://schemas.openxmlformats.org/officeDocument/2006/relationships/image" Target="../media/image15.png"/><Relationship Id="rId35" Type="http://schemas.openxmlformats.org/officeDocument/2006/relationships/slide" Target="slide5.xml"/><Relationship Id="rId8" Type="http://schemas.openxmlformats.org/officeDocument/2006/relationships/image" Target="../media/image144.png"/><Relationship Id="rId3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png"/><Relationship Id="rId18" Type="http://schemas.openxmlformats.org/officeDocument/2006/relationships/image" Target="../media/image163.png"/><Relationship Id="rId26" Type="http://schemas.openxmlformats.org/officeDocument/2006/relationships/image" Target="../media/image13.png"/><Relationship Id="rId39" Type="http://schemas.openxmlformats.org/officeDocument/2006/relationships/image" Target="../media/image25.png"/><Relationship Id="rId21" Type="http://schemas.openxmlformats.org/officeDocument/2006/relationships/image" Target="../media/image165.png"/><Relationship Id="rId34" Type="http://schemas.openxmlformats.org/officeDocument/2006/relationships/slide" Target="slide6.xml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17" Type="http://schemas.microsoft.com/office/2007/relationships/hdphoto" Target="../media/hdphoto5.wdp"/><Relationship Id="rId25" Type="http://schemas.openxmlformats.org/officeDocument/2006/relationships/image" Target="../media/image169.jpeg"/><Relationship Id="rId33" Type="http://schemas.openxmlformats.org/officeDocument/2006/relationships/slide" Target="slide7.xml"/><Relationship Id="rId38" Type="http://schemas.openxmlformats.org/officeDocument/2006/relationships/slide" Target="slide2.xml"/><Relationship Id="rId2" Type="http://schemas.openxmlformats.org/officeDocument/2006/relationships/slide" Target="slide9.xml"/><Relationship Id="rId16" Type="http://schemas.openxmlformats.org/officeDocument/2006/relationships/image" Target="../media/image149.png"/><Relationship Id="rId20" Type="http://schemas.openxmlformats.org/officeDocument/2006/relationships/image" Target="../media/image164.png"/><Relationship Id="rId29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62.png"/><Relationship Id="rId24" Type="http://schemas.openxmlformats.org/officeDocument/2006/relationships/image" Target="../media/image168.jpeg"/><Relationship Id="rId32" Type="http://schemas.openxmlformats.org/officeDocument/2006/relationships/slide" Target="slide4.xml"/><Relationship Id="rId37" Type="http://schemas.openxmlformats.org/officeDocument/2006/relationships/image" Target="../media/image19.svg"/><Relationship Id="rId5" Type="http://schemas.openxmlformats.org/officeDocument/2006/relationships/image" Target="../media/image140.png"/><Relationship Id="rId15" Type="http://schemas.openxmlformats.org/officeDocument/2006/relationships/image" Target="../media/image153.png"/><Relationship Id="rId23" Type="http://schemas.openxmlformats.org/officeDocument/2006/relationships/image" Target="../media/image167.jpg"/><Relationship Id="rId28" Type="http://schemas.openxmlformats.org/officeDocument/2006/relationships/image" Target="../media/image15.svg"/><Relationship Id="rId36" Type="http://schemas.openxmlformats.org/officeDocument/2006/relationships/image" Target="../media/image16.png"/><Relationship Id="rId10" Type="http://schemas.openxmlformats.org/officeDocument/2006/relationships/image" Target="../media/image147.png"/><Relationship Id="rId19" Type="http://schemas.microsoft.com/office/2007/relationships/hdphoto" Target="../media/hdphoto7.wdp"/><Relationship Id="rId31" Type="http://schemas.openxmlformats.org/officeDocument/2006/relationships/image" Target="../media/image17.svg"/><Relationship Id="rId4" Type="http://schemas.openxmlformats.org/officeDocument/2006/relationships/image" Target="../media/image160.png"/><Relationship Id="rId9" Type="http://schemas.openxmlformats.org/officeDocument/2006/relationships/image" Target="../media/image146.png"/><Relationship Id="rId14" Type="http://schemas.openxmlformats.org/officeDocument/2006/relationships/image" Target="../media/image145.png"/><Relationship Id="rId22" Type="http://schemas.openxmlformats.org/officeDocument/2006/relationships/image" Target="../media/image166.png"/><Relationship Id="rId27" Type="http://schemas.openxmlformats.org/officeDocument/2006/relationships/image" Target="../media/image14.png"/><Relationship Id="rId30" Type="http://schemas.openxmlformats.org/officeDocument/2006/relationships/image" Target="../media/image15.png"/><Relationship Id="rId35" Type="http://schemas.openxmlformats.org/officeDocument/2006/relationships/slide" Target="slide5.xml"/><Relationship Id="rId8" Type="http://schemas.openxmlformats.org/officeDocument/2006/relationships/image" Target="../media/image161.png"/><Relationship Id="rId3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3.png"/><Relationship Id="rId18" Type="http://schemas.microsoft.com/office/2007/relationships/hdphoto" Target="../media/hdphoto9.wdp"/><Relationship Id="rId26" Type="http://schemas.openxmlformats.org/officeDocument/2006/relationships/image" Target="../media/image183.png"/><Relationship Id="rId39" Type="http://schemas.openxmlformats.org/officeDocument/2006/relationships/slide" Target="slide6.xml"/><Relationship Id="rId21" Type="http://schemas.openxmlformats.org/officeDocument/2006/relationships/image" Target="../media/image178.png"/><Relationship Id="rId34" Type="http://schemas.openxmlformats.org/officeDocument/2006/relationships/slide" Target="slide1.xml"/><Relationship Id="rId42" Type="http://schemas.openxmlformats.org/officeDocument/2006/relationships/image" Target="../media/image19.svg"/><Relationship Id="rId7" Type="http://schemas.openxmlformats.org/officeDocument/2006/relationships/image" Target="../media/image172.png"/><Relationship Id="rId2" Type="http://schemas.openxmlformats.org/officeDocument/2006/relationships/slide" Target="slide10.xml"/><Relationship Id="rId16" Type="http://schemas.openxmlformats.org/officeDocument/2006/relationships/image" Target="../media/image153.png"/><Relationship Id="rId20" Type="http://schemas.openxmlformats.org/officeDocument/2006/relationships/image" Target="../media/image177.png"/><Relationship Id="rId29" Type="http://schemas.openxmlformats.org/officeDocument/2006/relationships/image" Target="../media/image186.png"/><Relationship Id="rId41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microsoft.com/office/2007/relationships/hdphoto" Target="../media/hdphoto5.wdp"/><Relationship Id="rId24" Type="http://schemas.openxmlformats.org/officeDocument/2006/relationships/image" Target="../media/image181.png"/><Relationship Id="rId32" Type="http://schemas.openxmlformats.org/officeDocument/2006/relationships/image" Target="../media/image14.png"/><Relationship Id="rId37" Type="http://schemas.openxmlformats.org/officeDocument/2006/relationships/slide" Target="slide4.xml"/><Relationship Id="rId40" Type="http://schemas.openxmlformats.org/officeDocument/2006/relationships/slide" Target="slide5.xml"/><Relationship Id="rId5" Type="http://schemas.openxmlformats.org/officeDocument/2006/relationships/image" Target="../media/image171.png"/><Relationship Id="rId15" Type="http://schemas.microsoft.com/office/2007/relationships/hdphoto" Target="../media/hdphoto8.wdp"/><Relationship Id="rId23" Type="http://schemas.openxmlformats.org/officeDocument/2006/relationships/image" Target="../media/image180.png"/><Relationship Id="rId28" Type="http://schemas.openxmlformats.org/officeDocument/2006/relationships/image" Target="../media/image185.png"/><Relationship Id="rId36" Type="http://schemas.openxmlformats.org/officeDocument/2006/relationships/image" Target="../media/image17.svg"/><Relationship Id="rId10" Type="http://schemas.openxmlformats.org/officeDocument/2006/relationships/image" Target="../media/image149.png"/><Relationship Id="rId19" Type="http://schemas.openxmlformats.org/officeDocument/2006/relationships/image" Target="../media/image176.png"/><Relationship Id="rId31" Type="http://schemas.openxmlformats.org/officeDocument/2006/relationships/image" Target="../media/image13.png"/><Relationship Id="rId44" Type="http://schemas.openxmlformats.org/officeDocument/2006/relationships/image" Target="../media/image25.png"/><Relationship Id="rId4" Type="http://schemas.openxmlformats.org/officeDocument/2006/relationships/image" Target="../media/image170.png"/><Relationship Id="rId9" Type="http://schemas.openxmlformats.org/officeDocument/2006/relationships/image" Target="../media/image148.png"/><Relationship Id="rId14" Type="http://schemas.openxmlformats.org/officeDocument/2006/relationships/image" Target="../media/image174.png"/><Relationship Id="rId22" Type="http://schemas.openxmlformats.org/officeDocument/2006/relationships/image" Target="../media/image179.png"/><Relationship Id="rId27" Type="http://schemas.openxmlformats.org/officeDocument/2006/relationships/image" Target="../media/image184.jpeg"/><Relationship Id="rId30" Type="http://schemas.openxmlformats.org/officeDocument/2006/relationships/image" Target="../media/image187.jpeg"/><Relationship Id="rId35" Type="http://schemas.openxmlformats.org/officeDocument/2006/relationships/image" Target="../media/image15.png"/><Relationship Id="rId43" Type="http://schemas.openxmlformats.org/officeDocument/2006/relationships/slide" Target="slide2.xml"/><Relationship Id="rId8" Type="http://schemas.openxmlformats.org/officeDocument/2006/relationships/image" Target="../media/image143.png"/><Relationship Id="rId3" Type="http://schemas.openxmlformats.org/officeDocument/2006/relationships/slide" Target="slide3.xml"/><Relationship Id="rId12" Type="http://schemas.openxmlformats.org/officeDocument/2006/relationships/image" Target="../media/image161.png"/><Relationship Id="rId17" Type="http://schemas.openxmlformats.org/officeDocument/2006/relationships/image" Target="../media/image175.png"/><Relationship Id="rId25" Type="http://schemas.openxmlformats.org/officeDocument/2006/relationships/image" Target="../media/image182.png"/><Relationship Id="rId33" Type="http://schemas.openxmlformats.org/officeDocument/2006/relationships/image" Target="../media/image15.svg"/><Relationship Id="rId38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5.png"/><Relationship Id="rId18" Type="http://schemas.openxmlformats.org/officeDocument/2006/relationships/image" Target="../media/image191.png"/><Relationship Id="rId26" Type="http://schemas.openxmlformats.org/officeDocument/2006/relationships/image" Target="../media/image13.png"/><Relationship Id="rId39" Type="http://schemas.openxmlformats.org/officeDocument/2006/relationships/image" Target="../media/image25.png"/><Relationship Id="rId21" Type="http://schemas.openxmlformats.org/officeDocument/2006/relationships/image" Target="../media/image194.png"/><Relationship Id="rId34" Type="http://schemas.openxmlformats.org/officeDocument/2006/relationships/slide" Target="slide6.xml"/><Relationship Id="rId7" Type="http://schemas.openxmlformats.org/officeDocument/2006/relationships/image" Target="../media/image143.png"/><Relationship Id="rId12" Type="http://schemas.openxmlformats.org/officeDocument/2006/relationships/image" Target="../media/image152.png"/><Relationship Id="rId17" Type="http://schemas.openxmlformats.org/officeDocument/2006/relationships/image" Target="../media/image190.png"/><Relationship Id="rId25" Type="http://schemas.openxmlformats.org/officeDocument/2006/relationships/image" Target="../media/image159.jpeg"/><Relationship Id="rId33" Type="http://schemas.openxmlformats.org/officeDocument/2006/relationships/slide" Target="slide7.xml"/><Relationship Id="rId38" Type="http://schemas.openxmlformats.org/officeDocument/2006/relationships/slide" Target="slide2.xml"/><Relationship Id="rId2" Type="http://schemas.openxmlformats.org/officeDocument/2006/relationships/slide" Target="slide11.xml"/><Relationship Id="rId16" Type="http://schemas.microsoft.com/office/2007/relationships/hdphoto" Target="../media/hdphoto5.wdp"/><Relationship Id="rId20" Type="http://schemas.openxmlformats.org/officeDocument/2006/relationships/image" Target="../media/image193.png"/><Relationship Id="rId29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8.png"/><Relationship Id="rId24" Type="http://schemas.openxmlformats.org/officeDocument/2006/relationships/image" Target="../media/image168.jpeg"/><Relationship Id="rId32" Type="http://schemas.openxmlformats.org/officeDocument/2006/relationships/slide" Target="slide4.xml"/><Relationship Id="rId37" Type="http://schemas.openxmlformats.org/officeDocument/2006/relationships/image" Target="../media/image19.svg"/><Relationship Id="rId5" Type="http://schemas.openxmlformats.org/officeDocument/2006/relationships/image" Target="../media/image140.png"/><Relationship Id="rId15" Type="http://schemas.openxmlformats.org/officeDocument/2006/relationships/image" Target="../media/image149.png"/><Relationship Id="rId23" Type="http://schemas.openxmlformats.org/officeDocument/2006/relationships/image" Target="../media/image196.png"/><Relationship Id="rId28" Type="http://schemas.openxmlformats.org/officeDocument/2006/relationships/image" Target="../media/image15.svg"/><Relationship Id="rId36" Type="http://schemas.openxmlformats.org/officeDocument/2006/relationships/image" Target="../media/image16.png"/><Relationship Id="rId10" Type="http://schemas.openxmlformats.org/officeDocument/2006/relationships/image" Target="../media/image147.png"/><Relationship Id="rId19" Type="http://schemas.openxmlformats.org/officeDocument/2006/relationships/image" Target="../media/image192.png"/><Relationship Id="rId31" Type="http://schemas.openxmlformats.org/officeDocument/2006/relationships/image" Target="../media/image17.svg"/><Relationship Id="rId4" Type="http://schemas.openxmlformats.org/officeDocument/2006/relationships/image" Target="../media/image188.png"/><Relationship Id="rId9" Type="http://schemas.openxmlformats.org/officeDocument/2006/relationships/image" Target="../media/image146.png"/><Relationship Id="rId14" Type="http://schemas.openxmlformats.org/officeDocument/2006/relationships/image" Target="../media/image153.png"/><Relationship Id="rId22" Type="http://schemas.openxmlformats.org/officeDocument/2006/relationships/image" Target="../media/image195.png"/><Relationship Id="rId27" Type="http://schemas.openxmlformats.org/officeDocument/2006/relationships/image" Target="../media/image14.png"/><Relationship Id="rId30" Type="http://schemas.openxmlformats.org/officeDocument/2006/relationships/image" Target="../media/image15.png"/><Relationship Id="rId35" Type="http://schemas.openxmlformats.org/officeDocument/2006/relationships/slide" Target="slide5.xml"/><Relationship Id="rId8" Type="http://schemas.openxmlformats.org/officeDocument/2006/relationships/image" Target="../media/image189.png"/><Relationship Id="rId3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13" Type="http://schemas.microsoft.com/office/2007/relationships/hdphoto" Target="../media/hdphoto5.wdp"/><Relationship Id="rId18" Type="http://schemas.openxmlformats.org/officeDocument/2006/relationships/image" Target="../media/image199.png"/><Relationship Id="rId26" Type="http://schemas.openxmlformats.org/officeDocument/2006/relationships/image" Target="../media/image205.jpeg"/><Relationship Id="rId39" Type="http://schemas.openxmlformats.org/officeDocument/2006/relationships/slide" Target="slide5.xml"/><Relationship Id="rId21" Type="http://schemas.openxmlformats.org/officeDocument/2006/relationships/image" Target="../media/image163.png"/><Relationship Id="rId34" Type="http://schemas.openxmlformats.org/officeDocument/2006/relationships/image" Target="../media/image15.png"/><Relationship Id="rId42" Type="http://schemas.openxmlformats.org/officeDocument/2006/relationships/slide" Target="slide2.xml"/><Relationship Id="rId7" Type="http://schemas.openxmlformats.org/officeDocument/2006/relationships/image" Target="../media/image143.png"/><Relationship Id="rId2" Type="http://schemas.openxmlformats.org/officeDocument/2006/relationships/slide" Target="slide12.xml"/><Relationship Id="rId16" Type="http://schemas.openxmlformats.org/officeDocument/2006/relationships/image" Target="../media/image152.png"/><Relationship Id="rId20" Type="http://schemas.openxmlformats.org/officeDocument/2006/relationships/image" Target="../media/image201.png"/><Relationship Id="rId29" Type="http://schemas.openxmlformats.org/officeDocument/2006/relationships/image" Target="../media/image187.jpeg"/><Relationship Id="rId41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62.png"/><Relationship Id="rId24" Type="http://schemas.openxmlformats.org/officeDocument/2006/relationships/image" Target="../media/image203.png"/><Relationship Id="rId32" Type="http://schemas.openxmlformats.org/officeDocument/2006/relationships/image" Target="../media/image15.svg"/><Relationship Id="rId37" Type="http://schemas.openxmlformats.org/officeDocument/2006/relationships/slide" Target="slide7.xml"/><Relationship Id="rId40" Type="http://schemas.openxmlformats.org/officeDocument/2006/relationships/image" Target="../media/image16.png"/><Relationship Id="rId5" Type="http://schemas.openxmlformats.org/officeDocument/2006/relationships/image" Target="../media/image140.png"/><Relationship Id="rId15" Type="http://schemas.openxmlformats.org/officeDocument/2006/relationships/image" Target="../media/image198.png"/><Relationship Id="rId23" Type="http://schemas.openxmlformats.org/officeDocument/2006/relationships/image" Target="../media/image202.png"/><Relationship Id="rId28" Type="http://schemas.openxmlformats.org/officeDocument/2006/relationships/image" Target="../media/image158.jpeg"/><Relationship Id="rId36" Type="http://schemas.openxmlformats.org/officeDocument/2006/relationships/slide" Target="slide4.xml"/><Relationship Id="rId10" Type="http://schemas.openxmlformats.org/officeDocument/2006/relationships/image" Target="../media/image147.png"/><Relationship Id="rId19" Type="http://schemas.openxmlformats.org/officeDocument/2006/relationships/image" Target="../media/image200.png"/><Relationship Id="rId31" Type="http://schemas.openxmlformats.org/officeDocument/2006/relationships/image" Target="../media/image14.png"/><Relationship Id="rId4" Type="http://schemas.openxmlformats.org/officeDocument/2006/relationships/image" Target="../media/image197.png"/><Relationship Id="rId9" Type="http://schemas.openxmlformats.org/officeDocument/2006/relationships/image" Target="../media/image148.png"/><Relationship Id="rId14" Type="http://schemas.openxmlformats.org/officeDocument/2006/relationships/image" Target="../media/image145.png"/><Relationship Id="rId22" Type="http://schemas.microsoft.com/office/2007/relationships/hdphoto" Target="../media/hdphoto7.wdp"/><Relationship Id="rId27" Type="http://schemas.openxmlformats.org/officeDocument/2006/relationships/image" Target="../media/image206.jpeg"/><Relationship Id="rId30" Type="http://schemas.openxmlformats.org/officeDocument/2006/relationships/image" Target="../media/image13.png"/><Relationship Id="rId35" Type="http://schemas.openxmlformats.org/officeDocument/2006/relationships/image" Target="../media/image17.svg"/><Relationship Id="rId43" Type="http://schemas.openxmlformats.org/officeDocument/2006/relationships/image" Target="../media/image25.png"/><Relationship Id="rId8" Type="http://schemas.openxmlformats.org/officeDocument/2006/relationships/image" Target="../media/image146.png"/><Relationship Id="rId3" Type="http://schemas.openxmlformats.org/officeDocument/2006/relationships/slide" Target="slide3.xml"/><Relationship Id="rId12" Type="http://schemas.openxmlformats.org/officeDocument/2006/relationships/image" Target="../media/image149.png"/><Relationship Id="rId17" Type="http://schemas.openxmlformats.org/officeDocument/2006/relationships/image" Target="../media/image153.png"/><Relationship Id="rId25" Type="http://schemas.openxmlformats.org/officeDocument/2006/relationships/image" Target="../media/image204.png"/><Relationship Id="rId33" Type="http://schemas.openxmlformats.org/officeDocument/2006/relationships/slide" Target="slide1.xml"/><Relationship Id="rId38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jpeg"/><Relationship Id="rId3" Type="http://schemas.openxmlformats.org/officeDocument/2006/relationships/image" Target="../media/image207.jpeg"/><Relationship Id="rId7" Type="http://schemas.openxmlformats.org/officeDocument/2006/relationships/image" Target="../media/image210.jpeg"/><Relationship Id="rId12" Type="http://schemas.openxmlformats.org/officeDocument/2006/relationships/image" Target="../media/image214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jpeg"/><Relationship Id="rId11" Type="http://schemas.openxmlformats.org/officeDocument/2006/relationships/slide" Target="slide6.xml"/><Relationship Id="rId5" Type="http://schemas.openxmlformats.org/officeDocument/2006/relationships/image" Target="../media/image208.jpeg"/><Relationship Id="rId10" Type="http://schemas.openxmlformats.org/officeDocument/2006/relationships/image" Target="../media/image213.jpeg"/><Relationship Id="rId4" Type="http://schemas.microsoft.com/office/2007/relationships/hdphoto" Target="../media/hdphoto10.wdp"/><Relationship Id="rId9" Type="http://schemas.openxmlformats.org/officeDocument/2006/relationships/image" Target="../media/image21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jpeg"/><Relationship Id="rId3" Type="http://schemas.openxmlformats.org/officeDocument/2006/relationships/image" Target="../media/image207.jpeg"/><Relationship Id="rId7" Type="http://schemas.openxmlformats.org/officeDocument/2006/relationships/image" Target="../media/image217.jpeg"/><Relationship Id="rId12" Type="http://schemas.openxmlformats.org/officeDocument/2006/relationships/image" Target="../media/image214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jpeg"/><Relationship Id="rId11" Type="http://schemas.openxmlformats.org/officeDocument/2006/relationships/slide" Target="slide6.xml"/><Relationship Id="rId5" Type="http://schemas.openxmlformats.org/officeDocument/2006/relationships/image" Target="../media/image215.jpeg"/><Relationship Id="rId10" Type="http://schemas.openxmlformats.org/officeDocument/2006/relationships/image" Target="../media/image220.jpeg"/><Relationship Id="rId4" Type="http://schemas.microsoft.com/office/2007/relationships/hdphoto" Target="../media/hdphoto10.wdp"/><Relationship Id="rId9" Type="http://schemas.openxmlformats.org/officeDocument/2006/relationships/image" Target="../media/image219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jpeg"/><Relationship Id="rId3" Type="http://schemas.openxmlformats.org/officeDocument/2006/relationships/image" Target="../media/image207.jpeg"/><Relationship Id="rId7" Type="http://schemas.openxmlformats.org/officeDocument/2006/relationships/image" Target="../media/image223.jpeg"/><Relationship Id="rId12" Type="http://schemas.openxmlformats.org/officeDocument/2006/relationships/image" Target="../media/image214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jpeg"/><Relationship Id="rId11" Type="http://schemas.openxmlformats.org/officeDocument/2006/relationships/slide" Target="slide6.xml"/><Relationship Id="rId5" Type="http://schemas.openxmlformats.org/officeDocument/2006/relationships/image" Target="../media/image221.jpeg"/><Relationship Id="rId10" Type="http://schemas.openxmlformats.org/officeDocument/2006/relationships/image" Target="../media/image226.jpeg"/><Relationship Id="rId4" Type="http://schemas.microsoft.com/office/2007/relationships/hdphoto" Target="../media/hdphoto10.wdp"/><Relationship Id="rId9" Type="http://schemas.openxmlformats.org/officeDocument/2006/relationships/image" Target="../media/image2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jpg"/><Relationship Id="rId13" Type="http://schemas.microsoft.com/office/2007/relationships/hdphoto" Target="../media/hdphoto11.wdp"/><Relationship Id="rId3" Type="http://schemas.openxmlformats.org/officeDocument/2006/relationships/image" Target="../media/image207.jpeg"/><Relationship Id="rId7" Type="http://schemas.openxmlformats.org/officeDocument/2006/relationships/hyperlink" Target="CROSSER.mp4" TargetMode="External"/><Relationship Id="rId12" Type="http://schemas.openxmlformats.org/officeDocument/2006/relationships/image" Target="../media/image231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jpg"/><Relationship Id="rId11" Type="http://schemas.openxmlformats.org/officeDocument/2006/relationships/slide" Target="slide6.xml"/><Relationship Id="rId5" Type="http://schemas.openxmlformats.org/officeDocument/2006/relationships/hyperlink" Target="MISPA.mp4" TargetMode="External"/><Relationship Id="rId15" Type="http://schemas.openxmlformats.org/officeDocument/2006/relationships/image" Target="../media/image237.svg"/><Relationship Id="rId10" Type="http://schemas.openxmlformats.org/officeDocument/2006/relationships/image" Target="../media/image230.jpg"/><Relationship Id="rId4" Type="http://schemas.microsoft.com/office/2007/relationships/hdphoto" Target="../media/hdphoto10.wdp"/><Relationship Id="rId9" Type="http://schemas.openxmlformats.org/officeDocument/2006/relationships/hyperlink" Target="IGOY.mp4" TargetMode="External"/><Relationship Id="rId14" Type="http://schemas.openxmlformats.org/officeDocument/2006/relationships/image" Target="../media/image2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rId5" action="ppaction://hlinksldjump"/>
            <a:extLst>
              <a:ext uri="{FF2B5EF4-FFF2-40B4-BE49-F238E27FC236}">
                <a16:creationId xmlns:a16="http://schemas.microsoft.com/office/drawing/2014/main" id="{30864363-76D5-4E72-934A-0768822F01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" y="7475"/>
            <a:ext cx="12181011" cy="6848474"/>
          </a:xfrm>
          <a:prstGeom prst="rect">
            <a:avLst/>
          </a:prstGeom>
        </p:spPr>
      </p:pic>
      <p:sp>
        <p:nvSpPr>
          <p:cNvPr id="13" name="object 4">
            <a:hlinkClick r:id="rId5" action="ppaction://hlinksldjump"/>
            <a:extLst>
              <a:ext uri="{FF2B5EF4-FFF2-40B4-BE49-F238E27FC236}">
                <a16:creationId xmlns:a16="http://schemas.microsoft.com/office/drawing/2014/main" id="{9DFE3CC8-9EEB-40D1-8AEE-EDBAA8F69E9B}"/>
              </a:ext>
            </a:extLst>
          </p:cNvPr>
          <p:cNvSpPr/>
          <p:nvPr/>
        </p:nvSpPr>
        <p:spPr>
          <a:xfrm>
            <a:off x="10488844" y="-339760"/>
            <a:ext cx="1697661" cy="10421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hlinkClick r:id="rId8" action="ppaction://hlinksldjump"/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89" t="42572" r="40973" b="42095"/>
          <a:stretch/>
        </p:blipFill>
        <p:spPr>
          <a:xfrm>
            <a:off x="2251763" y="2266491"/>
            <a:ext cx="1729090" cy="1378134"/>
          </a:xfrm>
          <a:prstGeom prst="rect">
            <a:avLst/>
          </a:prstGeom>
        </p:spPr>
      </p:pic>
      <p:pic>
        <p:nvPicPr>
          <p:cNvPr id="5" name="Picture 4">
            <a:hlinkClick r:id="rId5" action="ppaction://hlinksldjump"/>
            <a:extLst>
              <a:ext uri="{FF2B5EF4-FFF2-40B4-BE49-F238E27FC236}">
                <a16:creationId xmlns:a16="http://schemas.microsoft.com/office/drawing/2014/main" id="{CF313C36-119F-4C4A-B517-5CB6D8A5B5B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0" y="99826"/>
            <a:ext cx="1697661" cy="602548"/>
          </a:xfrm>
          <a:prstGeom prst="rect">
            <a:avLst/>
          </a:prstGeom>
        </p:spPr>
      </p:pic>
      <p:sp>
        <p:nvSpPr>
          <p:cNvPr id="2" name="Oval 1">
            <a:hlinkClick r:id="rId8" action="ppaction://hlinksldjump"/>
          </p:cNvPr>
          <p:cNvSpPr/>
          <p:nvPr/>
        </p:nvSpPr>
        <p:spPr>
          <a:xfrm>
            <a:off x="2468880" y="2331123"/>
            <a:ext cx="1058091" cy="1077771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etit Biscuit - Sunset Lover (Official Video)">
            <a:hlinkClick r:id="" action="ppaction://media"/>
            <a:extLst>
              <a:ext uri="{FF2B5EF4-FFF2-40B4-BE49-F238E27FC236}">
                <a16:creationId xmlns:a16="http://schemas.microsoft.com/office/drawing/2014/main" id="{688088DC-DA09-4AF8-A869-6F97CDBFD5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8640" y="6557191"/>
            <a:ext cx="200983" cy="20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5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hlinkClick r:id="rId2" action="ppaction://hlinksldjump"/>
            <a:extLst>
              <a:ext uri="{FF2B5EF4-FFF2-40B4-BE49-F238E27FC236}">
                <a16:creationId xmlns:a16="http://schemas.microsoft.com/office/drawing/2014/main" id="{368AB2DB-4B43-436F-B564-177A11893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0" y="13904"/>
            <a:ext cx="12208465" cy="6867261"/>
          </a:xfrm>
          <a:prstGeom prst="rect">
            <a:avLst/>
          </a:prstGeom>
        </p:spPr>
      </p:pic>
      <p:pic>
        <p:nvPicPr>
          <p:cNvPr id="28" name="Picture 27">
            <a:hlinkClick r:id="rId4" action="ppaction://hlinksldjump"/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7" t="33375" r="15257" b="38388"/>
          <a:stretch/>
        </p:blipFill>
        <p:spPr>
          <a:xfrm>
            <a:off x="5038870" y="1323323"/>
            <a:ext cx="2114261" cy="391477"/>
          </a:xfrm>
          <a:prstGeom prst="roundRect">
            <a:avLst>
              <a:gd name="adj" fmla="val 11111"/>
            </a:avLst>
          </a:prstGeom>
          <a:ln w="28575" cap="rnd">
            <a:solidFill>
              <a:schemeClr val="bg1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FFFFFF"/>
            </a:extrusionClr>
          </a:sp3d>
        </p:spPr>
      </p:pic>
      <p:pic>
        <p:nvPicPr>
          <p:cNvPr id="6" name="Picture 5">
            <a:hlinkClick r:id="rId6" action="ppaction://hlinksldjump"/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3" t="35101" r="15811" b="39502"/>
          <a:stretch/>
        </p:blipFill>
        <p:spPr>
          <a:xfrm>
            <a:off x="2393132" y="2492721"/>
            <a:ext cx="2109457" cy="391477"/>
          </a:xfrm>
          <a:prstGeom prst="roundRect">
            <a:avLst>
              <a:gd name="adj" fmla="val 11111"/>
            </a:avLst>
          </a:prstGeom>
          <a:ln w="28575" cap="rnd">
            <a:solidFill>
              <a:schemeClr val="bg1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FFFFFF"/>
            </a:extrusionClr>
          </a:sp3d>
        </p:spPr>
      </p:pic>
      <p:pic>
        <p:nvPicPr>
          <p:cNvPr id="25" name="Picture 24">
            <a:hlinkClick r:id="rId8" action="ppaction://hlinksldjump"/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0" t="36271" r="16390" b="38794"/>
          <a:stretch/>
        </p:blipFill>
        <p:spPr>
          <a:xfrm>
            <a:off x="2941588" y="4637315"/>
            <a:ext cx="2083085" cy="384340"/>
          </a:xfrm>
          <a:prstGeom prst="roundRect">
            <a:avLst>
              <a:gd name="adj" fmla="val 11111"/>
            </a:avLst>
          </a:prstGeom>
          <a:ln w="28575" cap="rnd">
            <a:solidFill>
              <a:schemeClr val="bg1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FFFFFF"/>
            </a:extrusionClr>
          </a:sp3d>
        </p:spPr>
      </p:pic>
      <p:pic>
        <p:nvPicPr>
          <p:cNvPr id="23" name="Picture 22">
            <a:hlinkClick r:id="rId10" action="ppaction://hlinksldjump"/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3781" b="66219" l="21495" r="791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51" t="33747" r="20772" b="38795"/>
          <a:stretch/>
        </p:blipFill>
        <p:spPr>
          <a:xfrm>
            <a:off x="7066825" y="4588894"/>
            <a:ext cx="2107448" cy="423236"/>
          </a:xfrm>
          <a:prstGeom prst="roundRect">
            <a:avLst>
              <a:gd name="adj" fmla="val 11111"/>
            </a:avLst>
          </a:prstGeom>
          <a:ln w="28575" cap="rnd">
            <a:solidFill>
              <a:schemeClr val="bg1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FFFFFF"/>
            </a:extrusionClr>
          </a:sp3d>
        </p:spPr>
      </p:pic>
      <p:pic>
        <p:nvPicPr>
          <p:cNvPr id="26" name="Picture 25">
            <a:hlinkClick r:id="rId13" action="ppaction://hlinksldjump"/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5" t="35101" r="15925" b="39502"/>
          <a:stretch/>
        </p:blipFill>
        <p:spPr>
          <a:xfrm>
            <a:off x="7663509" y="2492721"/>
            <a:ext cx="2100936" cy="391477"/>
          </a:xfrm>
          <a:prstGeom prst="roundRect">
            <a:avLst>
              <a:gd name="adj" fmla="val 11111"/>
            </a:avLst>
          </a:prstGeom>
          <a:ln w="28575" cap="rnd">
            <a:solidFill>
              <a:schemeClr val="bg1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FFFFFF"/>
            </a:extrusionClr>
          </a:sp3d>
        </p:spPr>
      </p:pic>
      <p:pic>
        <p:nvPicPr>
          <p:cNvPr id="2" name="Picture 1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2" t="36567" r="24923" b="32147"/>
          <a:stretch/>
        </p:blipFill>
        <p:spPr>
          <a:xfrm>
            <a:off x="5024673" y="2351022"/>
            <a:ext cx="2100937" cy="2145615"/>
          </a:xfrm>
          <a:prstGeom prst="rect">
            <a:avLst/>
          </a:prstGeom>
        </p:spPr>
      </p:pic>
      <p:sp>
        <p:nvSpPr>
          <p:cNvPr id="14" name="Oval 13">
            <a:hlinkClick r:id="rId2" action="ppaction://hlinksldjump"/>
            <a:extLst>
              <a:ext uri="{FF2B5EF4-FFF2-40B4-BE49-F238E27FC236}">
                <a16:creationId xmlns:a16="http://schemas.microsoft.com/office/drawing/2014/main" id="{F0860966-E3BE-4792-A72F-D8779461AEC0}"/>
              </a:ext>
            </a:extLst>
          </p:cNvPr>
          <p:cNvSpPr/>
          <p:nvPr/>
        </p:nvSpPr>
        <p:spPr>
          <a:xfrm>
            <a:off x="5703713" y="3062289"/>
            <a:ext cx="739950" cy="716756"/>
          </a:xfrm>
          <a:prstGeom prst="ellipse">
            <a:avLst/>
          </a:prstGeom>
          <a:solidFill>
            <a:srgbClr val="5A43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1B66A70B-D1B2-4022-8067-6C129CC2D658}"/>
              </a:ext>
            </a:extLst>
          </p:cNvPr>
          <p:cNvSpPr/>
          <p:nvPr/>
        </p:nvSpPr>
        <p:spPr>
          <a:xfrm>
            <a:off x="-9026" y="1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Rectangle 41">
            <a:hlinkClick r:id="rId2" action="ppaction://hlinksldjump"/>
            <a:extLst>
              <a:ext uri="{FF2B5EF4-FFF2-40B4-BE49-F238E27FC236}">
                <a16:creationId xmlns:a16="http://schemas.microsoft.com/office/drawing/2014/main" id="{0C819361-F374-4E1F-BFBD-734B25D7A08A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 42">
            <a:hlinkClick r:id="rId2" action="ppaction://hlinksldjump"/>
            <a:extLst>
              <a:ext uri="{FF2B5EF4-FFF2-40B4-BE49-F238E27FC236}">
                <a16:creationId xmlns:a16="http://schemas.microsoft.com/office/drawing/2014/main" id="{F87ED3A5-67C2-4EEA-96BF-C069480D4ED8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Rectangle 43">
            <a:hlinkClick r:id="rId2" action="ppaction://hlinksldjump"/>
            <a:extLst>
              <a:ext uri="{FF2B5EF4-FFF2-40B4-BE49-F238E27FC236}">
                <a16:creationId xmlns:a16="http://schemas.microsoft.com/office/drawing/2014/main" id="{31EF1ADA-76B7-4C4B-B182-FE8F50F29C39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 44">
            <a:hlinkClick r:id="rId2" action="ppaction://hlinksldjump"/>
            <a:extLst>
              <a:ext uri="{FF2B5EF4-FFF2-40B4-BE49-F238E27FC236}">
                <a16:creationId xmlns:a16="http://schemas.microsoft.com/office/drawing/2014/main" id="{6151F0FE-89C7-45EC-97AC-5C1C0CC55589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 45">
            <a:hlinkClick r:id="rId2" action="ppaction://hlinksldjump"/>
            <a:extLst>
              <a:ext uri="{FF2B5EF4-FFF2-40B4-BE49-F238E27FC236}">
                <a16:creationId xmlns:a16="http://schemas.microsoft.com/office/drawing/2014/main" id="{DD7E4E42-95FC-49E6-AF08-E2ECF6C07DE8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 46">
            <a:hlinkClick r:id="rId2" action="ppaction://hlinksldjump"/>
            <a:extLst>
              <a:ext uri="{FF2B5EF4-FFF2-40B4-BE49-F238E27FC236}">
                <a16:creationId xmlns:a16="http://schemas.microsoft.com/office/drawing/2014/main" id="{40FBD205-045A-4E6E-BB5A-DB5F42A2554B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Rectangle 47">
            <a:hlinkClick r:id="rId2" action="ppaction://hlinksldjump"/>
            <a:extLst>
              <a:ext uri="{FF2B5EF4-FFF2-40B4-BE49-F238E27FC236}">
                <a16:creationId xmlns:a16="http://schemas.microsoft.com/office/drawing/2014/main" id="{C0A74E6F-6642-4405-8982-49ECC69AAF8D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Rectangle 48">
            <a:hlinkClick r:id="rId2" action="ppaction://hlinksldjump"/>
            <a:extLst>
              <a:ext uri="{FF2B5EF4-FFF2-40B4-BE49-F238E27FC236}">
                <a16:creationId xmlns:a16="http://schemas.microsoft.com/office/drawing/2014/main" id="{B48EA23F-0EA9-4963-8F28-D4862823A575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Rectangle 49">
            <a:hlinkClick r:id="rId2" action="ppaction://hlinksldjump"/>
            <a:extLst>
              <a:ext uri="{FF2B5EF4-FFF2-40B4-BE49-F238E27FC236}">
                <a16:creationId xmlns:a16="http://schemas.microsoft.com/office/drawing/2014/main" id="{03EE5C42-E9ED-4DFF-AD39-A226028E9453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Rectangle 50">
            <a:hlinkClick r:id="rId2" action="ppaction://hlinksldjump"/>
            <a:extLst>
              <a:ext uri="{FF2B5EF4-FFF2-40B4-BE49-F238E27FC236}">
                <a16:creationId xmlns:a16="http://schemas.microsoft.com/office/drawing/2014/main" id="{278FF272-D39E-48CC-A3A2-1C4DE61F73B0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Cylinder 51">
            <a:hlinkClick r:id="rId2" action="ppaction://hlinksldjump"/>
            <a:extLst>
              <a:ext uri="{FF2B5EF4-FFF2-40B4-BE49-F238E27FC236}">
                <a16:creationId xmlns:a16="http://schemas.microsoft.com/office/drawing/2014/main" id="{7C5CB7F0-4356-4DF6-B1CC-F2387B65F68D}"/>
              </a:ext>
            </a:extLst>
          </p:cNvPr>
          <p:cNvSpPr/>
          <p:nvPr/>
        </p:nvSpPr>
        <p:spPr>
          <a:xfrm>
            <a:off x="1185129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2" action="ppaction://hlinksldjump"/>
            <a:extLst>
              <a:ext uri="{FF2B5EF4-FFF2-40B4-BE49-F238E27FC236}">
                <a16:creationId xmlns:a16="http://schemas.microsoft.com/office/drawing/2014/main" id="{611FB876-3FBB-48AE-A95B-5FA2AD7EC2E1}"/>
              </a:ext>
            </a:extLst>
          </p:cNvPr>
          <p:cNvSpPr/>
          <p:nvPr/>
        </p:nvSpPr>
        <p:spPr>
          <a:xfrm>
            <a:off x="-8480" y="6263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4" name="Hamburger">
            <a:extLst>
              <a:ext uri="{FF2B5EF4-FFF2-40B4-BE49-F238E27FC236}">
                <a16:creationId xmlns:a16="http://schemas.microsoft.com/office/drawing/2014/main" id="{020D25FD-E971-41E3-8ABD-372D27F73DC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5" name="Picture 15" descr="Close">
            <a:extLst>
              <a:ext uri="{FF2B5EF4-FFF2-40B4-BE49-F238E27FC236}">
                <a16:creationId xmlns:a16="http://schemas.microsoft.com/office/drawing/2014/main" id="{1379936D-B3FD-4C15-B435-354E1B9540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67" descr="House">
            <a:hlinkClick r:id="rId19" action="ppaction://hlinksldjump"/>
            <a:extLst>
              <a:ext uri="{FF2B5EF4-FFF2-40B4-BE49-F238E27FC236}">
                <a16:creationId xmlns:a16="http://schemas.microsoft.com/office/drawing/2014/main" id="{0A10A074-9AC0-41F9-99A5-5F27A268E8A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7" name="Arrow: Right 65">
            <a:hlinkClick r:id="rId6" action="ppaction://hlinksldjump"/>
            <a:extLst>
              <a:ext uri="{FF2B5EF4-FFF2-40B4-BE49-F238E27FC236}">
                <a16:creationId xmlns:a16="http://schemas.microsoft.com/office/drawing/2014/main" id="{4CE38C44-ABBE-4D89-BBCB-99120B60AF06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8" name="Arrow: Down 66">
            <a:hlinkClick r:id="rId10" action="ppaction://hlinksldjump"/>
            <a:extLst>
              <a:ext uri="{FF2B5EF4-FFF2-40B4-BE49-F238E27FC236}">
                <a16:creationId xmlns:a16="http://schemas.microsoft.com/office/drawing/2014/main" id="{27E027A5-53F6-4278-AE51-0942E98118B9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9" name="Arrow: Right 68">
            <a:hlinkClick r:id="rId8" action="ppaction://hlinksldjump"/>
            <a:extLst>
              <a:ext uri="{FF2B5EF4-FFF2-40B4-BE49-F238E27FC236}">
                <a16:creationId xmlns:a16="http://schemas.microsoft.com/office/drawing/2014/main" id="{1A182C75-6A5F-4EED-B794-98D8B1D9345E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0" name="Arrow: Left 69">
            <a:hlinkClick r:id="rId13" action="ppaction://hlinksldjump"/>
            <a:extLst>
              <a:ext uri="{FF2B5EF4-FFF2-40B4-BE49-F238E27FC236}">
                <a16:creationId xmlns:a16="http://schemas.microsoft.com/office/drawing/2014/main" id="{2AAA24C8-27AA-4E85-99B9-7C0DB575314E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1" name="Arrow: Left-Right 64">
            <a:hlinkClick r:id="rId4" action="ppaction://hlinksldjump"/>
            <a:extLst>
              <a:ext uri="{FF2B5EF4-FFF2-40B4-BE49-F238E27FC236}">
                <a16:creationId xmlns:a16="http://schemas.microsoft.com/office/drawing/2014/main" id="{BB00C476-BC9A-4AE0-B0FD-DB98D1C3622C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62" name="Graphic 61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89AD7E18-CF1E-428C-A6A0-55568E5AECD1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3" name="TextBox 62">
            <a:hlinkClick r:id="rId2" action="ppaction://hlinksldjump"/>
            <a:extLst>
              <a:ext uri="{FF2B5EF4-FFF2-40B4-BE49-F238E27FC236}">
                <a16:creationId xmlns:a16="http://schemas.microsoft.com/office/drawing/2014/main" id="{D8DBD528-14B6-4DAC-9770-B2DD6F446901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4" name="TextBox 63">
            <a:hlinkClick r:id="rId2" action="ppaction://hlinksldjump"/>
            <a:extLst>
              <a:ext uri="{FF2B5EF4-FFF2-40B4-BE49-F238E27FC236}">
                <a16:creationId xmlns:a16="http://schemas.microsoft.com/office/drawing/2014/main" id="{0DFD3A73-D162-4066-A6C1-9B470BC1159E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71" name="Arrow: Right 70">
            <a:hlinkClick r:id="rId4" action="ppaction://hlinksldjump"/>
            <a:extLst>
              <a:ext uri="{FF2B5EF4-FFF2-40B4-BE49-F238E27FC236}">
                <a16:creationId xmlns:a16="http://schemas.microsoft.com/office/drawing/2014/main" id="{01104384-A35E-4F19-8B04-35A420F78223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2" name="Arrow: Left 71">
            <a:hlinkClick r:id="rId6" action="ppaction://hlinksldjump"/>
            <a:extLst>
              <a:ext uri="{FF2B5EF4-FFF2-40B4-BE49-F238E27FC236}">
                <a16:creationId xmlns:a16="http://schemas.microsoft.com/office/drawing/2014/main" id="{C7C76C67-DC39-4C2B-92C1-9AD9703D4A3B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Right 72">
            <a:hlinkClick r:id="rId13" action="ppaction://hlinksldjump"/>
            <a:extLst>
              <a:ext uri="{FF2B5EF4-FFF2-40B4-BE49-F238E27FC236}">
                <a16:creationId xmlns:a16="http://schemas.microsoft.com/office/drawing/2014/main" id="{36A0F505-72FA-44D1-9B7B-2ADAFF30E6A2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4" name="Arrow: Right 73">
            <a:hlinkClick r:id="rId8" action="ppaction://hlinksldjump"/>
            <a:extLst>
              <a:ext uri="{FF2B5EF4-FFF2-40B4-BE49-F238E27FC236}">
                <a16:creationId xmlns:a16="http://schemas.microsoft.com/office/drawing/2014/main" id="{A78495C1-0770-404E-B3CF-4F25E6ADA829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5" name="Arrow: U-Turn 74">
            <a:hlinkClick r:id="rId10" action="ppaction://hlinksldjump"/>
            <a:extLst>
              <a:ext uri="{FF2B5EF4-FFF2-40B4-BE49-F238E27FC236}">
                <a16:creationId xmlns:a16="http://schemas.microsoft.com/office/drawing/2014/main" id="{1A6E8F9D-937E-4BB4-B7AA-52BE33B95117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887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140" fill="hold">
                                          <p:stCondLst>
                                            <p:cond delay="1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140" fill="hold">
                                          <p:stCondLst>
                                            <p:cond delay="28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14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14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140" fill="hold">
                                          <p:stCondLst>
                                            <p:cond delay="1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140" fill="hold">
                                          <p:stCondLst>
                                            <p:cond delay="28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14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14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2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8" dur="2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2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0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4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14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hlinkClick r:id="rId2" action="ppaction://hlinksldjump"/>
            <a:extLst>
              <a:ext uri="{FF2B5EF4-FFF2-40B4-BE49-F238E27FC236}">
                <a16:creationId xmlns:a16="http://schemas.microsoft.com/office/drawing/2014/main" id="{368AB2DB-4B43-436F-B564-177A11893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9" y="13904"/>
            <a:ext cx="12208463" cy="6867261"/>
          </a:xfrm>
          <a:prstGeom prst="rect">
            <a:avLst/>
          </a:prstGeom>
        </p:spPr>
      </p:pic>
      <p:sp>
        <p:nvSpPr>
          <p:cNvPr id="68" name="Rectangle 67">
            <a:hlinkClick r:id="rId2" action="ppaction://hlinksldjump"/>
            <a:extLst>
              <a:ext uri="{FF2B5EF4-FFF2-40B4-BE49-F238E27FC236}">
                <a16:creationId xmlns:a16="http://schemas.microsoft.com/office/drawing/2014/main" id="{4C4C89FB-4A7D-428D-9132-85FABAFD3875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Rectangle 68">
            <a:hlinkClick r:id="rId2" action="ppaction://hlinksldjump"/>
            <a:extLst>
              <a:ext uri="{FF2B5EF4-FFF2-40B4-BE49-F238E27FC236}">
                <a16:creationId xmlns:a16="http://schemas.microsoft.com/office/drawing/2014/main" id="{F80A992C-9FA4-4EB1-8590-C205EDB620CC}"/>
              </a:ext>
            </a:extLst>
          </p:cNvPr>
          <p:cNvSpPr/>
          <p:nvPr/>
        </p:nvSpPr>
        <p:spPr>
          <a:xfrm rot="5400000">
            <a:off x="6201909" y="329020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0071E2-7643-49A0-A416-DA4250356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352" y="4736947"/>
            <a:ext cx="1995689" cy="1995689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5" name="Picture 4">
            <a:hlinkClick r:id="rId5" action="ppaction://hlinksldjump"/>
            <a:extLst>
              <a:ext uri="{FF2B5EF4-FFF2-40B4-BE49-F238E27FC236}">
                <a16:creationId xmlns:a16="http://schemas.microsoft.com/office/drawing/2014/main" id="{47A5A273-4A36-4FAE-AF17-329DB5DC40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997" y="2181639"/>
            <a:ext cx="2525083" cy="1767558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7" name="Picture 6">
            <a:hlinkClick r:id="rId7" action="ppaction://hlinksldjump"/>
            <a:extLst>
              <a:ext uri="{FF2B5EF4-FFF2-40B4-BE49-F238E27FC236}">
                <a16:creationId xmlns:a16="http://schemas.microsoft.com/office/drawing/2014/main" id="{1B19A59C-4708-4DB9-A94B-5AECF8A053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847" y="4132551"/>
            <a:ext cx="2525083" cy="1767558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9" name="Picture 8">
            <a:hlinkClick r:id="rId9" action="ppaction://hlinksldjump"/>
            <a:extLst>
              <a:ext uri="{FF2B5EF4-FFF2-40B4-BE49-F238E27FC236}">
                <a16:creationId xmlns:a16="http://schemas.microsoft.com/office/drawing/2014/main" id="{9058741B-E4BE-4812-9438-44FDA1ED064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920" y="2177010"/>
            <a:ext cx="2525083" cy="1767558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14" name="Picture 13">
            <a:hlinkClick r:id="rId11" action="ppaction://hlinksldjump"/>
            <a:extLst>
              <a:ext uri="{FF2B5EF4-FFF2-40B4-BE49-F238E27FC236}">
                <a16:creationId xmlns:a16="http://schemas.microsoft.com/office/drawing/2014/main" id="{84F6D1FD-754E-4B80-8423-6CE4925DC14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527" y="2181639"/>
            <a:ext cx="2544947" cy="1781463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12" name="Picture 11">
            <a:hlinkClick r:id="rId13" action="ppaction://hlinksldjump"/>
            <a:extLst>
              <a:ext uri="{FF2B5EF4-FFF2-40B4-BE49-F238E27FC236}">
                <a16:creationId xmlns:a16="http://schemas.microsoft.com/office/drawing/2014/main" id="{723842D2-29D0-4C85-A43F-EDFF71F9AC9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633" y="4132551"/>
            <a:ext cx="2525083" cy="1767559"/>
          </a:xfrm>
          <a:prstGeom prst="rect">
            <a:avLst/>
          </a:prstGeom>
          <a:effectLst>
            <a:outerShdw blurRad="152400" dist="254000" dir="90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17" name="Picture 16">
            <a:hlinkClick r:id="rId2" action="ppaction://hlinksldjump"/>
            <a:extLst>
              <a:ext uri="{FF2B5EF4-FFF2-40B4-BE49-F238E27FC236}">
                <a16:creationId xmlns:a16="http://schemas.microsoft.com/office/drawing/2014/main" id="{79D1C7BA-16C5-404A-B06F-3C9EB0E5422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386" y="5547309"/>
            <a:ext cx="1072309" cy="107230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70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A1400212-603A-4F14-A696-CBD17BF77A5D}"/>
              </a:ext>
            </a:extLst>
          </p:cNvPr>
          <p:cNvSpPr/>
          <p:nvPr/>
        </p:nvSpPr>
        <p:spPr>
          <a:xfrm>
            <a:off x="3972128" y="884959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32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Journey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2" name="Arrow: Right 71">
            <a:hlinkClick r:id="rId2" action="ppaction://hlinksldjump"/>
            <a:extLst>
              <a:ext uri="{FF2B5EF4-FFF2-40B4-BE49-F238E27FC236}">
                <a16:creationId xmlns:a16="http://schemas.microsoft.com/office/drawing/2014/main" id="{0164FBD4-A921-4B47-8FB9-70EE8F5B4CD9}"/>
              </a:ext>
            </a:extLst>
          </p:cNvPr>
          <p:cNvSpPr/>
          <p:nvPr/>
        </p:nvSpPr>
        <p:spPr>
          <a:xfrm rot="5400000">
            <a:off x="4120771" y="1150990"/>
            <a:ext cx="574900" cy="353380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Right 72">
            <a:hlinkClick r:id="rId2" action="ppaction://hlinksldjump"/>
            <a:extLst>
              <a:ext uri="{FF2B5EF4-FFF2-40B4-BE49-F238E27FC236}">
                <a16:creationId xmlns:a16="http://schemas.microsoft.com/office/drawing/2014/main" id="{300A3C0D-0DE7-4D37-97B0-BA2168D14BC3}"/>
              </a:ext>
            </a:extLst>
          </p:cNvPr>
          <p:cNvSpPr/>
          <p:nvPr/>
        </p:nvSpPr>
        <p:spPr>
          <a:xfrm rot="5400000">
            <a:off x="7496331" y="1150989"/>
            <a:ext cx="574900" cy="353380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25A9756F-8670-4667-9D3C-2F7A1FF2556A}"/>
              </a:ext>
            </a:extLst>
          </p:cNvPr>
          <p:cNvSpPr/>
          <p:nvPr/>
        </p:nvSpPr>
        <p:spPr>
          <a:xfrm>
            <a:off x="-6221" y="1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DE8A3FB1-3821-48D9-BC15-935B047AEC11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Rectangle 39">
            <a:hlinkClick r:id="rId2" action="ppaction://hlinksldjump"/>
            <a:extLst>
              <a:ext uri="{FF2B5EF4-FFF2-40B4-BE49-F238E27FC236}">
                <a16:creationId xmlns:a16="http://schemas.microsoft.com/office/drawing/2014/main" id="{5D967B83-2C7A-4F2A-AB9E-9A262CBD3950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 40">
            <a:hlinkClick r:id="rId2" action="ppaction://hlinksldjump"/>
            <a:extLst>
              <a:ext uri="{FF2B5EF4-FFF2-40B4-BE49-F238E27FC236}">
                <a16:creationId xmlns:a16="http://schemas.microsoft.com/office/drawing/2014/main" id="{356B8DCD-4B89-436C-B26A-FEBBD6FAAF1C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Rectangle 41">
            <a:hlinkClick r:id="rId2" action="ppaction://hlinksldjump"/>
            <a:extLst>
              <a:ext uri="{FF2B5EF4-FFF2-40B4-BE49-F238E27FC236}">
                <a16:creationId xmlns:a16="http://schemas.microsoft.com/office/drawing/2014/main" id="{25075AF9-4E08-4A28-B2B7-9A1F9E95C8C5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 42">
            <a:hlinkClick r:id="rId2" action="ppaction://hlinksldjump"/>
            <a:extLst>
              <a:ext uri="{FF2B5EF4-FFF2-40B4-BE49-F238E27FC236}">
                <a16:creationId xmlns:a16="http://schemas.microsoft.com/office/drawing/2014/main" id="{E36F64D9-4ECB-428B-A066-31DBAA6F004F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Rectangle 43">
            <a:hlinkClick r:id="rId2" action="ppaction://hlinksldjump"/>
            <a:extLst>
              <a:ext uri="{FF2B5EF4-FFF2-40B4-BE49-F238E27FC236}">
                <a16:creationId xmlns:a16="http://schemas.microsoft.com/office/drawing/2014/main" id="{A18F13AD-1B8A-4801-8933-103B3298455A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 44">
            <a:hlinkClick r:id="rId2" action="ppaction://hlinksldjump"/>
            <a:extLst>
              <a:ext uri="{FF2B5EF4-FFF2-40B4-BE49-F238E27FC236}">
                <a16:creationId xmlns:a16="http://schemas.microsoft.com/office/drawing/2014/main" id="{8B6A9795-4B89-4840-A356-764833121F41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 45">
            <a:hlinkClick r:id="rId2" action="ppaction://hlinksldjump"/>
            <a:extLst>
              <a:ext uri="{FF2B5EF4-FFF2-40B4-BE49-F238E27FC236}">
                <a16:creationId xmlns:a16="http://schemas.microsoft.com/office/drawing/2014/main" id="{883DF0AA-85C6-4C6C-90F2-C05B2E05519A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 46">
            <a:hlinkClick r:id="rId2" action="ppaction://hlinksldjump"/>
            <a:extLst>
              <a:ext uri="{FF2B5EF4-FFF2-40B4-BE49-F238E27FC236}">
                <a16:creationId xmlns:a16="http://schemas.microsoft.com/office/drawing/2014/main" id="{5053BEF7-53E8-4535-A142-0B8A2EDA52F9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Rectangle 47">
            <a:hlinkClick r:id="rId2" action="ppaction://hlinksldjump"/>
            <a:extLst>
              <a:ext uri="{FF2B5EF4-FFF2-40B4-BE49-F238E27FC236}">
                <a16:creationId xmlns:a16="http://schemas.microsoft.com/office/drawing/2014/main" id="{EEDD5A35-FE1D-4AC8-8442-C5768DDE395F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Cylinder 48">
            <a:hlinkClick r:id="rId2" action="ppaction://hlinksldjump"/>
            <a:extLst>
              <a:ext uri="{FF2B5EF4-FFF2-40B4-BE49-F238E27FC236}">
                <a16:creationId xmlns:a16="http://schemas.microsoft.com/office/drawing/2014/main" id="{0AF60684-6432-4688-A58F-99F5A1D956DD}"/>
              </a:ext>
            </a:extLst>
          </p:cNvPr>
          <p:cNvSpPr/>
          <p:nvPr/>
        </p:nvSpPr>
        <p:spPr>
          <a:xfrm>
            <a:off x="1185129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Rectangle 49">
            <a:hlinkClick r:id="rId2" action="ppaction://hlinksldjump"/>
            <a:extLst>
              <a:ext uri="{FF2B5EF4-FFF2-40B4-BE49-F238E27FC236}">
                <a16:creationId xmlns:a16="http://schemas.microsoft.com/office/drawing/2014/main" id="{69CA9BBD-B6F0-4C2E-B345-CA105BA51EE8}"/>
              </a:ext>
            </a:extLst>
          </p:cNvPr>
          <p:cNvSpPr/>
          <p:nvPr/>
        </p:nvSpPr>
        <p:spPr>
          <a:xfrm>
            <a:off x="-8480" y="3515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1" name="Hamburger">
            <a:extLst>
              <a:ext uri="{FF2B5EF4-FFF2-40B4-BE49-F238E27FC236}">
                <a16:creationId xmlns:a16="http://schemas.microsoft.com/office/drawing/2014/main" id="{6BD81F99-E1F1-431B-8022-8E7E0D0C3FE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2" name="Picture 15" descr="Close">
            <a:extLst>
              <a:ext uri="{FF2B5EF4-FFF2-40B4-BE49-F238E27FC236}">
                <a16:creationId xmlns:a16="http://schemas.microsoft.com/office/drawing/2014/main" id="{796C22C4-9EC0-42BB-AD1C-9B8D2454CB8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67" descr="House">
            <a:hlinkClick r:id="rId19" action="ppaction://hlinksldjump"/>
            <a:extLst>
              <a:ext uri="{FF2B5EF4-FFF2-40B4-BE49-F238E27FC236}">
                <a16:creationId xmlns:a16="http://schemas.microsoft.com/office/drawing/2014/main" id="{5516138C-2D7F-4F97-90A7-3E1BE8B0D03B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4" name="Arrow: Right 65">
            <a:hlinkClick r:id="rId22" action="ppaction://hlinksldjump"/>
            <a:extLst>
              <a:ext uri="{FF2B5EF4-FFF2-40B4-BE49-F238E27FC236}">
                <a16:creationId xmlns:a16="http://schemas.microsoft.com/office/drawing/2014/main" id="{65E03F6B-5D5C-452F-83CC-1721A2984DEF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5" name="Arrow: Down 66">
            <a:hlinkClick r:id="rId23" action="ppaction://hlinksldjump"/>
            <a:extLst>
              <a:ext uri="{FF2B5EF4-FFF2-40B4-BE49-F238E27FC236}">
                <a16:creationId xmlns:a16="http://schemas.microsoft.com/office/drawing/2014/main" id="{7E3CBCE2-B938-44E0-8DE5-F0D93602EE06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6" name="Arrow: Right 68">
            <a:hlinkClick r:id="rId24" action="ppaction://hlinksldjump"/>
            <a:extLst>
              <a:ext uri="{FF2B5EF4-FFF2-40B4-BE49-F238E27FC236}">
                <a16:creationId xmlns:a16="http://schemas.microsoft.com/office/drawing/2014/main" id="{D3BA6539-BF71-4111-83BD-552AA6E9E3A4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7" name="Arrow: Left 69">
            <a:hlinkClick r:id="rId25" action="ppaction://hlinksldjump"/>
            <a:extLst>
              <a:ext uri="{FF2B5EF4-FFF2-40B4-BE49-F238E27FC236}">
                <a16:creationId xmlns:a16="http://schemas.microsoft.com/office/drawing/2014/main" id="{FA0ADF73-E7D6-431F-996A-DF6CE9980C3D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8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10F90B6F-DA3B-4019-80B7-8114209B866B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rgbClr val="FF2435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59" name="Graphic 58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1F7535B8-F84C-4FC0-9851-DBA2BAB643F3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0" name="TextBox 59">
            <a:hlinkClick r:id="rId2" action="ppaction://hlinksldjump"/>
            <a:extLst>
              <a:ext uri="{FF2B5EF4-FFF2-40B4-BE49-F238E27FC236}">
                <a16:creationId xmlns:a16="http://schemas.microsoft.com/office/drawing/2014/main" id="{F411C166-44F4-4B22-93DB-35FF91500C20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1" name="TextBox 60">
            <a:hlinkClick r:id="rId2" action="ppaction://hlinksldjump"/>
            <a:extLst>
              <a:ext uri="{FF2B5EF4-FFF2-40B4-BE49-F238E27FC236}">
                <a16:creationId xmlns:a16="http://schemas.microsoft.com/office/drawing/2014/main" id="{6DA610B2-2407-4686-B1CF-8732DE348684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62" name="Arrow: Right 61">
            <a:hlinkClick r:id="rId2" action="ppaction://hlinksldjump"/>
            <a:extLst>
              <a:ext uri="{FF2B5EF4-FFF2-40B4-BE49-F238E27FC236}">
                <a16:creationId xmlns:a16="http://schemas.microsoft.com/office/drawing/2014/main" id="{1E1CA5E5-3CDA-4FAE-957F-C77CE2973DB6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3" name="Arrow: Left 62">
            <a:hlinkClick r:id="rId22" action="ppaction://hlinksldjump"/>
            <a:extLst>
              <a:ext uri="{FF2B5EF4-FFF2-40B4-BE49-F238E27FC236}">
                <a16:creationId xmlns:a16="http://schemas.microsoft.com/office/drawing/2014/main" id="{7A19EDAF-F570-4157-9C5A-2C5F181EF72C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4" name="Arrow: Right 63">
            <a:hlinkClick r:id="rId25" action="ppaction://hlinksldjump"/>
            <a:extLst>
              <a:ext uri="{FF2B5EF4-FFF2-40B4-BE49-F238E27FC236}">
                <a16:creationId xmlns:a16="http://schemas.microsoft.com/office/drawing/2014/main" id="{1C1BCB35-BE94-4CE1-844F-08343D599EC2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5" name="Arrow: Right 64">
            <a:hlinkClick r:id="rId24" action="ppaction://hlinksldjump"/>
            <a:extLst>
              <a:ext uri="{FF2B5EF4-FFF2-40B4-BE49-F238E27FC236}">
                <a16:creationId xmlns:a16="http://schemas.microsoft.com/office/drawing/2014/main" id="{159D28B5-C42E-40C0-9715-CD96C267F172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6" name="Arrow: U-Turn 65">
            <a:hlinkClick r:id="rId23" action="ppaction://hlinksldjump"/>
            <a:extLst>
              <a:ext uri="{FF2B5EF4-FFF2-40B4-BE49-F238E27FC236}">
                <a16:creationId xmlns:a16="http://schemas.microsoft.com/office/drawing/2014/main" id="{3DCDA173-6D09-46BE-9F5C-C7C2472E4905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67" name="Picture 66">
            <a:hlinkClick r:id="rId28" action="ppaction://hlinksldjump"/>
            <a:extLst>
              <a:ext uri="{FF2B5EF4-FFF2-40B4-BE49-F238E27FC236}">
                <a16:creationId xmlns:a16="http://schemas.microsoft.com/office/drawing/2014/main" id="{ADDD3812-2656-403B-8B4C-80D316294D51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6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2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2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2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2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2" grpId="0" animBg="1"/>
      <p:bldP spid="72" grpId="1" animBg="1"/>
      <p:bldP spid="73" grpId="0" animBg="1"/>
      <p:bldP spid="73" grpId="1" animBg="1"/>
      <p:bldP spid="24" grpId="0" animBg="1"/>
      <p:bldP spid="24" grpId="1" animBg="1"/>
      <p:bldP spid="31" grpId="0" animBg="1"/>
      <p:bldP spid="31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hlinkClick r:id="rId2" action="ppaction://hlinksldjump"/>
            <a:extLst>
              <a:ext uri="{FF2B5EF4-FFF2-40B4-BE49-F238E27FC236}">
                <a16:creationId xmlns:a16="http://schemas.microsoft.com/office/drawing/2014/main" id="{368AB2DB-4B43-436F-B564-177A11893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0" y="13904"/>
            <a:ext cx="12208465" cy="6867261"/>
          </a:xfrm>
          <a:prstGeom prst="rect">
            <a:avLst/>
          </a:prstGeom>
        </p:spPr>
      </p:pic>
      <p:sp>
        <p:nvSpPr>
          <p:cNvPr id="33" name="Rectangle 32">
            <a:hlinkClick r:id="rId2" action="ppaction://hlinksldjump"/>
            <a:extLst>
              <a:ext uri="{FF2B5EF4-FFF2-40B4-BE49-F238E27FC236}">
                <a16:creationId xmlns:a16="http://schemas.microsoft.com/office/drawing/2014/main" id="{B06EB21B-8B1F-4D80-A37D-B5128B5FACE7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778A048D-62CD-4110-A284-900BE8D1FA8E}"/>
              </a:ext>
            </a:extLst>
          </p:cNvPr>
          <p:cNvSpPr/>
          <p:nvPr/>
        </p:nvSpPr>
        <p:spPr>
          <a:xfrm rot="5400000">
            <a:off x="6201909" y="329020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7A294D94-12B1-418A-A040-0593B5132F36}"/>
              </a:ext>
            </a:extLst>
          </p:cNvPr>
          <p:cNvSpPr/>
          <p:nvPr/>
        </p:nvSpPr>
        <p:spPr>
          <a:xfrm>
            <a:off x="3972128" y="884959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28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8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36" name="Arrow: Right 35">
            <a:hlinkClick r:id="rId2" action="ppaction://hlinksldjump"/>
            <a:extLst>
              <a:ext uri="{FF2B5EF4-FFF2-40B4-BE49-F238E27FC236}">
                <a16:creationId xmlns:a16="http://schemas.microsoft.com/office/drawing/2014/main" id="{BF761039-7119-408A-9E72-C0BDADB7D986}"/>
              </a:ext>
            </a:extLst>
          </p:cNvPr>
          <p:cNvSpPr/>
          <p:nvPr/>
        </p:nvSpPr>
        <p:spPr>
          <a:xfrm rot="5400000">
            <a:off x="4120771" y="1150990"/>
            <a:ext cx="574900" cy="353380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7" name="Arrow: Right 36">
            <a:hlinkClick r:id="rId2" action="ppaction://hlinksldjump"/>
            <a:extLst>
              <a:ext uri="{FF2B5EF4-FFF2-40B4-BE49-F238E27FC236}">
                <a16:creationId xmlns:a16="http://schemas.microsoft.com/office/drawing/2014/main" id="{1041F22F-67B9-4651-BD26-D6914353E426}"/>
              </a:ext>
            </a:extLst>
          </p:cNvPr>
          <p:cNvSpPr/>
          <p:nvPr/>
        </p:nvSpPr>
        <p:spPr>
          <a:xfrm rot="5400000">
            <a:off x="7496331" y="1150989"/>
            <a:ext cx="574900" cy="353380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Picture 2">
            <a:hlinkClick r:id="rId4" action="ppaction://hlinkfile"/>
            <a:extLst>
              <a:ext uri="{FF2B5EF4-FFF2-40B4-BE49-F238E27FC236}">
                <a16:creationId xmlns:a16="http://schemas.microsoft.com/office/drawing/2014/main" id="{F8F51D9E-2C93-4FE9-95C1-1965DD0677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439" y="2789108"/>
            <a:ext cx="1431344" cy="1434650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43" name="Picture 42">
            <a:hlinkClick r:id="rId6" action="ppaction://hlinkfile"/>
            <a:extLst>
              <a:ext uri="{FF2B5EF4-FFF2-40B4-BE49-F238E27FC236}">
                <a16:creationId xmlns:a16="http://schemas.microsoft.com/office/drawing/2014/main" id="{92D84847-501A-4D31-9AB1-231B5C9859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818" y="2789108"/>
            <a:ext cx="1431344" cy="1434650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sp>
        <p:nvSpPr>
          <p:cNvPr id="4" name="Rectangle: Rounded Corners 3">
            <a:hlinkClick r:id="rId2" action="ppaction://hlinksldjump"/>
            <a:extLst>
              <a:ext uri="{FF2B5EF4-FFF2-40B4-BE49-F238E27FC236}">
                <a16:creationId xmlns:a16="http://schemas.microsoft.com/office/drawing/2014/main" id="{FD511656-9BAA-4D07-B0D5-1DC6F0C8D259}"/>
              </a:ext>
            </a:extLst>
          </p:cNvPr>
          <p:cNvSpPr/>
          <p:nvPr/>
        </p:nvSpPr>
        <p:spPr>
          <a:xfrm>
            <a:off x="3434747" y="4401838"/>
            <a:ext cx="2262727" cy="591642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mpact" panose="020B0806030902050204" pitchFamily="34" charset="0"/>
              </a:rPr>
              <a:t>Case Refund </a:t>
            </a:r>
            <a:r>
              <a:rPr lang="en-US" dirty="0" err="1">
                <a:solidFill>
                  <a:schemeClr val="bg1"/>
                </a:solidFill>
                <a:latin typeface="Impact" panose="020B0806030902050204" pitchFamily="34" charset="0"/>
              </a:rPr>
              <a:t>Pulsa</a:t>
            </a:r>
            <a:endParaRPr lang="en-ID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4" name="Rectangle: Rounded Corners 43">
            <a:hlinkClick r:id="rId2" action="ppaction://hlinksldjump"/>
            <a:extLst>
              <a:ext uri="{FF2B5EF4-FFF2-40B4-BE49-F238E27FC236}">
                <a16:creationId xmlns:a16="http://schemas.microsoft.com/office/drawing/2014/main" id="{CE704A52-8D8E-4CF8-905C-67742A340148}"/>
              </a:ext>
            </a:extLst>
          </p:cNvPr>
          <p:cNvSpPr/>
          <p:nvPr/>
        </p:nvSpPr>
        <p:spPr>
          <a:xfrm>
            <a:off x="6347126" y="4401838"/>
            <a:ext cx="2262727" cy="591642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Impact" panose="020B0806030902050204" pitchFamily="34" charset="0"/>
              </a:rPr>
              <a:t>Case </a:t>
            </a:r>
            <a:r>
              <a:rPr lang="en-US" dirty="0" err="1">
                <a:solidFill>
                  <a:schemeClr val="bg1"/>
                </a:solidFill>
                <a:latin typeface="Impact" panose="020B0806030902050204" pitchFamily="34" charset="0"/>
              </a:rPr>
              <a:t>Jaringan</a:t>
            </a:r>
            <a:endParaRPr lang="en-ID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1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EA1134E1-01BA-4E1D-9289-309E66053D54}"/>
              </a:ext>
            </a:extLst>
          </p:cNvPr>
          <p:cNvSpPr/>
          <p:nvPr/>
        </p:nvSpPr>
        <p:spPr>
          <a:xfrm>
            <a:off x="-8482" y="-85800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Rectangle 51">
            <a:hlinkClick r:id="rId7" action="ppaction://hlinksldjump"/>
            <a:extLst>
              <a:ext uri="{FF2B5EF4-FFF2-40B4-BE49-F238E27FC236}">
                <a16:creationId xmlns:a16="http://schemas.microsoft.com/office/drawing/2014/main" id="{6F8C1C6B-1E94-4A62-AC4F-53D4F5271BE3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7" action="ppaction://hlinksldjump"/>
            <a:extLst>
              <a:ext uri="{FF2B5EF4-FFF2-40B4-BE49-F238E27FC236}">
                <a16:creationId xmlns:a16="http://schemas.microsoft.com/office/drawing/2014/main" id="{8ADCE0FD-D096-4D5B-9E58-EEEA269AF771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hlinkClick r:id="rId7" action="ppaction://hlinksldjump"/>
            <a:extLst>
              <a:ext uri="{FF2B5EF4-FFF2-40B4-BE49-F238E27FC236}">
                <a16:creationId xmlns:a16="http://schemas.microsoft.com/office/drawing/2014/main" id="{DF396CA7-D542-489B-862E-1640173A5619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hlinkClick r:id="rId7" action="ppaction://hlinksldjump"/>
            <a:extLst>
              <a:ext uri="{FF2B5EF4-FFF2-40B4-BE49-F238E27FC236}">
                <a16:creationId xmlns:a16="http://schemas.microsoft.com/office/drawing/2014/main" id="{4829A0E5-CFB6-45E9-BF79-B81EFC5EB306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Rectangle 55">
            <a:hlinkClick r:id="rId7" action="ppaction://hlinksldjump"/>
            <a:extLst>
              <a:ext uri="{FF2B5EF4-FFF2-40B4-BE49-F238E27FC236}">
                <a16:creationId xmlns:a16="http://schemas.microsoft.com/office/drawing/2014/main" id="{F976580A-1395-4E46-B71D-5C550D5AEA62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Rectangle 56">
            <a:hlinkClick r:id="rId7" action="ppaction://hlinksldjump"/>
            <a:extLst>
              <a:ext uri="{FF2B5EF4-FFF2-40B4-BE49-F238E27FC236}">
                <a16:creationId xmlns:a16="http://schemas.microsoft.com/office/drawing/2014/main" id="{E966AFD9-1735-42A4-A5BD-A523B6ADCAE2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Rectangle 57">
            <a:hlinkClick r:id="rId7" action="ppaction://hlinksldjump"/>
            <a:extLst>
              <a:ext uri="{FF2B5EF4-FFF2-40B4-BE49-F238E27FC236}">
                <a16:creationId xmlns:a16="http://schemas.microsoft.com/office/drawing/2014/main" id="{50347DE8-45E8-4623-8986-FB15EE4005B8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9" name="Rectangle 58">
            <a:hlinkClick r:id="rId7" action="ppaction://hlinksldjump"/>
            <a:extLst>
              <a:ext uri="{FF2B5EF4-FFF2-40B4-BE49-F238E27FC236}">
                <a16:creationId xmlns:a16="http://schemas.microsoft.com/office/drawing/2014/main" id="{8F2564FF-1B53-4E8D-AD94-D07C081EE557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0" name="Rectangle 59">
            <a:hlinkClick r:id="rId7" action="ppaction://hlinksldjump"/>
            <a:extLst>
              <a:ext uri="{FF2B5EF4-FFF2-40B4-BE49-F238E27FC236}">
                <a16:creationId xmlns:a16="http://schemas.microsoft.com/office/drawing/2014/main" id="{2F26D1DB-173F-4532-96D3-9F9ACC58A63E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1" name="Rectangle 60">
            <a:hlinkClick r:id="rId7" action="ppaction://hlinksldjump"/>
            <a:extLst>
              <a:ext uri="{FF2B5EF4-FFF2-40B4-BE49-F238E27FC236}">
                <a16:creationId xmlns:a16="http://schemas.microsoft.com/office/drawing/2014/main" id="{11A954CE-C917-4B62-821D-CC9D9F0C28F8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2" name="Cylinder 61">
            <a:hlinkClick r:id="rId2" action="ppaction://hlinksldjump"/>
            <a:extLst>
              <a:ext uri="{FF2B5EF4-FFF2-40B4-BE49-F238E27FC236}">
                <a16:creationId xmlns:a16="http://schemas.microsoft.com/office/drawing/2014/main" id="{5C2C1A25-DF80-46E6-B28F-49A457F85B6F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3" name="Rectangle 62">
            <a:hlinkClick r:id="rId2" action="ppaction://hlinksldjump"/>
            <a:extLst>
              <a:ext uri="{FF2B5EF4-FFF2-40B4-BE49-F238E27FC236}">
                <a16:creationId xmlns:a16="http://schemas.microsoft.com/office/drawing/2014/main" id="{03B1EBD5-2632-4018-9100-388D2868DA49}"/>
              </a:ext>
            </a:extLst>
          </p:cNvPr>
          <p:cNvSpPr/>
          <p:nvPr/>
        </p:nvSpPr>
        <p:spPr>
          <a:xfrm>
            <a:off x="-8480" y="2559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64" name="Hamburger">
            <a:extLst>
              <a:ext uri="{FF2B5EF4-FFF2-40B4-BE49-F238E27FC236}">
                <a16:creationId xmlns:a16="http://schemas.microsoft.com/office/drawing/2014/main" id="{882B925F-0394-4157-91BC-DB16F7B92C0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5" name="Picture 15" descr="Close">
            <a:extLst>
              <a:ext uri="{FF2B5EF4-FFF2-40B4-BE49-F238E27FC236}">
                <a16:creationId xmlns:a16="http://schemas.microsoft.com/office/drawing/2014/main" id="{60E5476D-D2F3-4F45-89FA-5FBF9B1DF9C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6" name="Picture 67" descr="House">
            <a:hlinkClick r:id="rId11" action="ppaction://hlinksldjump"/>
            <a:extLst>
              <a:ext uri="{FF2B5EF4-FFF2-40B4-BE49-F238E27FC236}">
                <a16:creationId xmlns:a16="http://schemas.microsoft.com/office/drawing/2014/main" id="{DD886A49-1F5C-49C6-8DFD-5365AA74729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7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61C620E2-D932-4BF8-98F1-111C7537C6E0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rgbClr val="FF2435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8" name="Arrow: Down 66">
            <a:hlinkClick r:id="rId14" action="ppaction://hlinksldjump"/>
            <a:extLst>
              <a:ext uri="{FF2B5EF4-FFF2-40B4-BE49-F238E27FC236}">
                <a16:creationId xmlns:a16="http://schemas.microsoft.com/office/drawing/2014/main" id="{F436BE2A-52EF-4B92-9443-43C62802200E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9" name="Arrow: Right 68">
            <a:hlinkClick r:id="rId15" action="ppaction://hlinksldjump"/>
            <a:extLst>
              <a:ext uri="{FF2B5EF4-FFF2-40B4-BE49-F238E27FC236}">
                <a16:creationId xmlns:a16="http://schemas.microsoft.com/office/drawing/2014/main" id="{7DA243C5-10F8-47D4-9321-86A8A9E58EEB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0" name="Arrow: Left 69">
            <a:hlinkClick r:id="rId16" action="ppaction://hlinksldjump"/>
            <a:extLst>
              <a:ext uri="{FF2B5EF4-FFF2-40B4-BE49-F238E27FC236}">
                <a16:creationId xmlns:a16="http://schemas.microsoft.com/office/drawing/2014/main" id="{6C597311-2FCA-4546-B454-B7D9FF54CCAF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1" name="Arrow: Left-Right 64">
            <a:hlinkClick r:id="rId17" action="ppaction://hlinksldjump"/>
            <a:extLst>
              <a:ext uri="{FF2B5EF4-FFF2-40B4-BE49-F238E27FC236}">
                <a16:creationId xmlns:a16="http://schemas.microsoft.com/office/drawing/2014/main" id="{72ABDB19-165C-405F-AD98-8B45CC2E82F7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72" name="Graphic 71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A9D3EC11-EEE0-4824-8FA2-6F04613E1F1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3" name="TextBox 72">
            <a:hlinkClick r:id="rId2" action="ppaction://hlinksldjump"/>
            <a:extLst>
              <a:ext uri="{FF2B5EF4-FFF2-40B4-BE49-F238E27FC236}">
                <a16:creationId xmlns:a16="http://schemas.microsoft.com/office/drawing/2014/main" id="{20FCACB2-6F68-4858-8A86-ED08C75B3BD3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74" name="TextBox 73">
            <a:hlinkClick r:id="rId2" action="ppaction://hlinksldjump"/>
            <a:extLst>
              <a:ext uri="{FF2B5EF4-FFF2-40B4-BE49-F238E27FC236}">
                <a16:creationId xmlns:a16="http://schemas.microsoft.com/office/drawing/2014/main" id="{EBCA469A-9D6D-4D03-A632-4F858FC23CEE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75" name="Arrow: Right 74">
            <a:hlinkClick r:id="rId17" action="ppaction://hlinksldjump"/>
            <a:extLst>
              <a:ext uri="{FF2B5EF4-FFF2-40B4-BE49-F238E27FC236}">
                <a16:creationId xmlns:a16="http://schemas.microsoft.com/office/drawing/2014/main" id="{2721FA68-00F9-479E-AC24-3DA7BC1FCDA8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6" name="Arrow: Left 75">
            <a:hlinkClick r:id="rId2" action="ppaction://hlinksldjump"/>
            <a:extLst>
              <a:ext uri="{FF2B5EF4-FFF2-40B4-BE49-F238E27FC236}">
                <a16:creationId xmlns:a16="http://schemas.microsoft.com/office/drawing/2014/main" id="{96541C56-FAE2-44F0-8ACC-724A607A5BD3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7" name="Arrow: Right 76">
            <a:hlinkClick r:id="rId16" action="ppaction://hlinksldjump"/>
            <a:extLst>
              <a:ext uri="{FF2B5EF4-FFF2-40B4-BE49-F238E27FC236}">
                <a16:creationId xmlns:a16="http://schemas.microsoft.com/office/drawing/2014/main" id="{19AED5AF-235A-4AE0-AAE2-D22A7192BF0E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8" name="Arrow: Right 77">
            <a:hlinkClick r:id="rId15" action="ppaction://hlinksldjump"/>
            <a:extLst>
              <a:ext uri="{FF2B5EF4-FFF2-40B4-BE49-F238E27FC236}">
                <a16:creationId xmlns:a16="http://schemas.microsoft.com/office/drawing/2014/main" id="{101F7C39-33E6-4B23-9531-26B802E2540F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9" name="Arrow: U-Turn 78">
            <a:hlinkClick r:id="rId14" action="ppaction://hlinksldjump"/>
            <a:extLst>
              <a:ext uri="{FF2B5EF4-FFF2-40B4-BE49-F238E27FC236}">
                <a16:creationId xmlns:a16="http://schemas.microsoft.com/office/drawing/2014/main" id="{25C84EC5-3FCF-464A-92AA-70D0BCE1DDD0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8" name="Picture 37">
            <a:hlinkClick r:id="rId7" action="ppaction://hlinksldjump"/>
            <a:extLst>
              <a:ext uri="{FF2B5EF4-FFF2-40B4-BE49-F238E27FC236}">
                <a16:creationId xmlns:a16="http://schemas.microsoft.com/office/drawing/2014/main" id="{7F156A1C-1CD4-4597-93DF-252AA5918A4C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3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2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8" dur="2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0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4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6" grpId="1" animBg="1"/>
      <p:bldP spid="37" grpId="0" animBg="1"/>
      <p:bldP spid="37" grpId="1" animBg="1"/>
      <p:bldP spid="4" grpId="0" animBg="1"/>
      <p:bldP spid="44" grpId="0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hlinkClick r:id="rId2" action="ppaction://hlinksldjump"/>
            <a:extLst>
              <a:ext uri="{FF2B5EF4-FFF2-40B4-BE49-F238E27FC236}">
                <a16:creationId xmlns:a16="http://schemas.microsoft.com/office/drawing/2014/main" id="{368AB2DB-4B43-436F-B564-177A11893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" y="0"/>
            <a:ext cx="12208465" cy="6867261"/>
          </a:xfrm>
          <a:prstGeom prst="rect">
            <a:avLst/>
          </a:prstGeom>
        </p:spPr>
      </p:pic>
      <p:sp>
        <p:nvSpPr>
          <p:cNvPr id="53" name="Cylinder 52">
            <a:hlinkClick r:id="rId2" action="ppaction://hlinksldjump"/>
            <a:extLst>
              <a:ext uri="{FF2B5EF4-FFF2-40B4-BE49-F238E27FC236}">
                <a16:creationId xmlns:a16="http://schemas.microsoft.com/office/drawing/2014/main" id="{3409F8F4-72B9-47F5-94FA-5D656C757BF9}"/>
              </a:ext>
            </a:extLst>
          </p:cNvPr>
          <p:cNvSpPr/>
          <p:nvPr/>
        </p:nvSpPr>
        <p:spPr>
          <a:xfrm rot="5400000">
            <a:off x="6012807" y="-2017551"/>
            <a:ext cx="192534" cy="10194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Cylinder 51">
            <a:hlinkClick r:id="rId2" action="ppaction://hlinksldjump"/>
            <a:extLst>
              <a:ext uri="{FF2B5EF4-FFF2-40B4-BE49-F238E27FC236}">
                <a16:creationId xmlns:a16="http://schemas.microsoft.com/office/drawing/2014/main" id="{0D59DFD1-A9E2-40CD-A241-1996061E94E4}"/>
              </a:ext>
            </a:extLst>
          </p:cNvPr>
          <p:cNvSpPr/>
          <p:nvPr/>
        </p:nvSpPr>
        <p:spPr>
          <a:xfrm rot="5400000">
            <a:off x="6056336" y="368689"/>
            <a:ext cx="163227" cy="3834451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Cylinder 50">
            <a:hlinkClick r:id="rId2" action="ppaction://hlinksldjump"/>
            <a:extLst>
              <a:ext uri="{FF2B5EF4-FFF2-40B4-BE49-F238E27FC236}">
                <a16:creationId xmlns:a16="http://schemas.microsoft.com/office/drawing/2014/main" id="{6D4E3BA9-6289-44D5-9357-A76365B44CFC}"/>
              </a:ext>
            </a:extLst>
          </p:cNvPr>
          <p:cNvSpPr/>
          <p:nvPr/>
        </p:nvSpPr>
        <p:spPr>
          <a:xfrm>
            <a:off x="5997832" y="2075899"/>
            <a:ext cx="196338" cy="525713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871D6EF2-4B79-4069-99F9-D421BEF7FE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670" y="1191908"/>
            <a:ext cx="816660" cy="1224988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4DDECF3-0E40-4043-86C0-FF6A0B9224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102" y="3222671"/>
            <a:ext cx="535473" cy="803209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9DFA5F-ABAC-49D3-90D4-68396495BB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382" y="3228991"/>
            <a:ext cx="535122" cy="802684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D1C9091-8150-49F5-8065-BF394DA41BB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580" y="3224377"/>
            <a:ext cx="535122" cy="802683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8EF1A97-8E96-46BA-8A3E-BAA126ED925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671" y="3223197"/>
            <a:ext cx="535122" cy="802683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8" name="Picture 57">
            <a:hlinkClick r:id="rId2" action="ppaction://hlinksldjump"/>
            <a:extLst>
              <a:ext uri="{FF2B5EF4-FFF2-40B4-BE49-F238E27FC236}">
                <a16:creationId xmlns:a16="http://schemas.microsoft.com/office/drawing/2014/main" id="{DAC031B2-BCA3-4749-BF86-77EFFE184D5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489" y="1908432"/>
            <a:ext cx="535473" cy="803209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hlinkClick r:id="rId2" action="ppaction://hlinksldjump"/>
            <a:extLst>
              <a:ext uri="{FF2B5EF4-FFF2-40B4-BE49-F238E27FC236}">
                <a16:creationId xmlns:a16="http://schemas.microsoft.com/office/drawing/2014/main" id="{770BA495-7BB5-40A4-A0F9-F09226B5D4A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039" y="1908958"/>
            <a:ext cx="535121" cy="802683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63" name="TextBox 62">
            <a:hlinkClick r:id="rId2" action="ppaction://hlinksldjump"/>
            <a:extLst>
              <a:ext uri="{FF2B5EF4-FFF2-40B4-BE49-F238E27FC236}">
                <a16:creationId xmlns:a16="http://schemas.microsoft.com/office/drawing/2014/main" id="{EA5C5020-DF99-4463-ABAE-407E26FAFA22}"/>
              </a:ext>
            </a:extLst>
          </p:cNvPr>
          <p:cNvSpPr txBox="1"/>
          <p:nvPr/>
        </p:nvSpPr>
        <p:spPr>
          <a:xfrm>
            <a:off x="634553" y="2776970"/>
            <a:ext cx="1176488" cy="3539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00" dirty="0">
                <a:solidFill>
                  <a:schemeClr val="bg1"/>
                </a:solidFill>
                <a:latin typeface="Impact" panose="020B0806030902050204" pitchFamily="34" charset="0"/>
              </a:rPr>
              <a:t>ADE EKA TAMARA</a:t>
            </a:r>
          </a:p>
          <a:p>
            <a:pPr algn="ctr"/>
            <a:r>
              <a:rPr lang="en-US" sz="700" dirty="0">
                <a:solidFill>
                  <a:schemeClr val="bg1"/>
                </a:solidFill>
                <a:latin typeface="Impact" panose="020B0806030902050204" pitchFamily="34" charset="0"/>
              </a:rPr>
              <a:t>(Team Leader)</a:t>
            </a:r>
            <a:endParaRPr lang="en-ID" sz="7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6" name="TextBox 85">
            <a:hlinkClick r:id="rId2" action="ppaction://hlinksldjump"/>
            <a:extLst>
              <a:ext uri="{FF2B5EF4-FFF2-40B4-BE49-F238E27FC236}">
                <a16:creationId xmlns:a16="http://schemas.microsoft.com/office/drawing/2014/main" id="{EC2116D9-ACD0-4431-8852-82D66675F9BD}"/>
              </a:ext>
            </a:extLst>
          </p:cNvPr>
          <p:cNvSpPr txBox="1"/>
          <p:nvPr/>
        </p:nvSpPr>
        <p:spPr>
          <a:xfrm>
            <a:off x="7957896" y="2777987"/>
            <a:ext cx="1176490" cy="3539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00" dirty="0">
                <a:solidFill>
                  <a:schemeClr val="bg1"/>
                </a:solidFill>
                <a:latin typeface="Impact" panose="020B0806030902050204" pitchFamily="34" charset="0"/>
              </a:rPr>
              <a:t>INDRA NUGROHO</a:t>
            </a:r>
          </a:p>
          <a:p>
            <a:pPr algn="ctr"/>
            <a:r>
              <a:rPr lang="en-US" sz="700" dirty="0">
                <a:solidFill>
                  <a:schemeClr val="bg1"/>
                </a:solidFill>
                <a:latin typeface="Impact" panose="020B0806030902050204" pitchFamily="34" charset="0"/>
              </a:rPr>
              <a:t>(Team Leader)</a:t>
            </a:r>
            <a:endParaRPr lang="en-ID" sz="7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7" name="TextBox 86">
            <a:hlinkClick r:id="rId2" action="ppaction://hlinksldjump"/>
            <a:extLst>
              <a:ext uri="{FF2B5EF4-FFF2-40B4-BE49-F238E27FC236}">
                <a16:creationId xmlns:a16="http://schemas.microsoft.com/office/drawing/2014/main" id="{3B2DEF59-38AA-4309-888F-2C6F1FBA5599}"/>
              </a:ext>
            </a:extLst>
          </p:cNvPr>
          <p:cNvSpPr txBox="1"/>
          <p:nvPr/>
        </p:nvSpPr>
        <p:spPr>
          <a:xfrm>
            <a:off x="5489264" y="2771646"/>
            <a:ext cx="1176490" cy="3539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00">
                <a:solidFill>
                  <a:schemeClr val="bg1"/>
                </a:solidFill>
                <a:latin typeface="Impact" panose="020B0806030902050204" pitchFamily="34" charset="0"/>
              </a:rPr>
              <a:t>YULI SETIAWATI</a:t>
            </a:r>
          </a:p>
          <a:p>
            <a:pPr algn="ctr"/>
            <a:r>
              <a:rPr lang="en-US" sz="700">
                <a:solidFill>
                  <a:schemeClr val="bg1"/>
                </a:solidFill>
                <a:latin typeface="Impact" panose="020B0806030902050204" pitchFamily="34" charset="0"/>
              </a:rPr>
              <a:t>(Team Leader)</a:t>
            </a:r>
            <a:endParaRPr lang="en-ID" sz="7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8" name="TextBox 87">
            <a:hlinkClick r:id="rId2" action="ppaction://hlinksldjump"/>
            <a:extLst>
              <a:ext uri="{FF2B5EF4-FFF2-40B4-BE49-F238E27FC236}">
                <a16:creationId xmlns:a16="http://schemas.microsoft.com/office/drawing/2014/main" id="{5615A938-1FC3-4BD4-99AF-8FECD7E715DE}"/>
              </a:ext>
            </a:extLst>
          </p:cNvPr>
          <p:cNvSpPr txBox="1"/>
          <p:nvPr/>
        </p:nvSpPr>
        <p:spPr>
          <a:xfrm>
            <a:off x="7449962" y="1480882"/>
            <a:ext cx="1287274" cy="3539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00" dirty="0" err="1">
                <a:solidFill>
                  <a:schemeClr val="bg1"/>
                </a:solidFill>
                <a:latin typeface="Impact" panose="020B0806030902050204" pitchFamily="34" charset="0"/>
              </a:rPr>
              <a:t>Aprilliani</a:t>
            </a:r>
            <a:endParaRPr lang="en-ID" sz="1000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r>
              <a:rPr lang="en-US" sz="700" dirty="0">
                <a:solidFill>
                  <a:schemeClr val="bg1"/>
                </a:solidFill>
                <a:latin typeface="Impact" panose="020B0806030902050204" pitchFamily="34" charset="0"/>
              </a:rPr>
              <a:t>(Admin Support)</a:t>
            </a:r>
            <a:endParaRPr lang="en-ID" sz="7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9" name="TextBox 88">
            <a:hlinkClick r:id="rId2" action="ppaction://hlinksldjump"/>
            <a:extLst>
              <a:ext uri="{FF2B5EF4-FFF2-40B4-BE49-F238E27FC236}">
                <a16:creationId xmlns:a16="http://schemas.microsoft.com/office/drawing/2014/main" id="{FB19ED01-747B-4132-8A8B-A3CA13854A45}"/>
              </a:ext>
            </a:extLst>
          </p:cNvPr>
          <p:cNvSpPr txBox="1"/>
          <p:nvPr/>
        </p:nvSpPr>
        <p:spPr>
          <a:xfrm>
            <a:off x="3397909" y="1480970"/>
            <a:ext cx="1287274" cy="3539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00" dirty="0" err="1">
                <a:solidFill>
                  <a:schemeClr val="bg1"/>
                </a:solidFill>
                <a:latin typeface="Impact" panose="020B0806030902050204" pitchFamily="34" charset="0"/>
              </a:rPr>
              <a:t>Diah</a:t>
            </a:r>
            <a:r>
              <a:rPr lang="en-ID" sz="1000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n-ID" sz="1000" dirty="0" err="1">
                <a:solidFill>
                  <a:schemeClr val="bg1"/>
                </a:solidFill>
                <a:latin typeface="Impact" panose="020B0806030902050204" pitchFamily="34" charset="0"/>
              </a:rPr>
              <a:t>Fitriyana</a:t>
            </a:r>
            <a:r>
              <a:rPr lang="en-ID" sz="1000" dirty="0">
                <a:solidFill>
                  <a:schemeClr val="bg1"/>
                </a:solidFill>
                <a:latin typeface="Impact" panose="020B0806030902050204" pitchFamily="34" charset="0"/>
              </a:rPr>
              <a:t> Aziza</a:t>
            </a:r>
          </a:p>
          <a:p>
            <a:pPr algn="ctr"/>
            <a:r>
              <a:rPr lang="en-US" sz="700" dirty="0">
                <a:solidFill>
                  <a:schemeClr val="bg1"/>
                </a:solidFill>
                <a:latin typeface="Impact" panose="020B0806030902050204" pitchFamily="34" charset="0"/>
              </a:rPr>
              <a:t>(Admin Support)</a:t>
            </a:r>
            <a:endParaRPr lang="en-ID" sz="7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TextBox 89">
            <a:hlinkClick r:id="rId2" action="ppaction://hlinksldjump"/>
            <a:extLst>
              <a:ext uri="{FF2B5EF4-FFF2-40B4-BE49-F238E27FC236}">
                <a16:creationId xmlns:a16="http://schemas.microsoft.com/office/drawing/2014/main" id="{3DECEC96-D78C-4EFC-A2F5-B7A72D3A45D2}"/>
              </a:ext>
            </a:extLst>
          </p:cNvPr>
          <p:cNvSpPr txBox="1"/>
          <p:nvPr/>
        </p:nvSpPr>
        <p:spPr>
          <a:xfrm>
            <a:off x="10443698" y="2776970"/>
            <a:ext cx="1176490" cy="3539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00" dirty="0">
                <a:solidFill>
                  <a:schemeClr val="bg1"/>
                </a:solidFill>
                <a:latin typeface="Impact" panose="020B0806030902050204" pitchFamily="34" charset="0"/>
              </a:rPr>
              <a:t>RUDDY CORDIANDI</a:t>
            </a:r>
          </a:p>
          <a:p>
            <a:pPr algn="ctr"/>
            <a:r>
              <a:rPr lang="en-US" sz="700" dirty="0">
                <a:solidFill>
                  <a:schemeClr val="bg1"/>
                </a:solidFill>
                <a:latin typeface="Impact" panose="020B0806030902050204" pitchFamily="34" charset="0"/>
              </a:rPr>
              <a:t>(Team Leader)</a:t>
            </a:r>
            <a:endParaRPr lang="en-ID" sz="7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1" name="TextBox 90">
            <a:hlinkClick r:id="rId2" action="ppaction://hlinksldjump"/>
            <a:extLst>
              <a:ext uri="{FF2B5EF4-FFF2-40B4-BE49-F238E27FC236}">
                <a16:creationId xmlns:a16="http://schemas.microsoft.com/office/drawing/2014/main" id="{59AA29AA-47ED-44F1-992A-12608176574C}"/>
              </a:ext>
            </a:extLst>
          </p:cNvPr>
          <p:cNvSpPr txBox="1"/>
          <p:nvPr/>
        </p:nvSpPr>
        <p:spPr>
          <a:xfrm>
            <a:off x="3046117" y="2774108"/>
            <a:ext cx="1176490" cy="3539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00" dirty="0">
                <a:solidFill>
                  <a:schemeClr val="bg1"/>
                </a:solidFill>
                <a:latin typeface="Impact" panose="020B0806030902050204" pitchFamily="34" charset="0"/>
              </a:rPr>
              <a:t>DANI KARDANI</a:t>
            </a:r>
          </a:p>
          <a:p>
            <a:pPr algn="ctr"/>
            <a:r>
              <a:rPr lang="en-US" sz="700" dirty="0">
                <a:solidFill>
                  <a:schemeClr val="bg1"/>
                </a:solidFill>
                <a:latin typeface="Impact" panose="020B0806030902050204" pitchFamily="34" charset="0"/>
              </a:rPr>
              <a:t>(Team Leader)</a:t>
            </a:r>
            <a:endParaRPr lang="en-ID" sz="7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EDEE8DF-33E4-48B6-9BB1-1D41CFD53A9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05" y="3212623"/>
            <a:ext cx="608770" cy="810003"/>
          </a:xfrm>
          <a:prstGeom prst="rect">
            <a:avLst/>
          </a:prstGeom>
          <a:ln w="1905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93F61EED-47D7-4100-9039-F712A0695429}"/>
              </a:ext>
            </a:extLst>
          </p:cNvPr>
          <p:cNvSpPr txBox="1"/>
          <p:nvPr/>
        </p:nvSpPr>
        <p:spPr>
          <a:xfrm>
            <a:off x="5258515" y="663587"/>
            <a:ext cx="1674970" cy="37702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1050" dirty="0">
                <a:solidFill>
                  <a:schemeClr val="bg1"/>
                </a:solidFill>
                <a:latin typeface="Impact" panose="020B0806030902050204" pitchFamily="34" charset="0"/>
              </a:rPr>
              <a:t>ANJAR KESUMARAHARJO</a:t>
            </a:r>
          </a:p>
          <a:p>
            <a:pPr algn="ctr"/>
            <a:r>
              <a:rPr lang="en-ID" sz="800" dirty="0">
                <a:solidFill>
                  <a:schemeClr val="bg1"/>
                </a:solidFill>
                <a:latin typeface="Impact" panose="020B0806030902050204" pitchFamily="34" charset="0"/>
              </a:rPr>
              <a:t>(Supervisor CHO) </a:t>
            </a:r>
          </a:p>
        </p:txBody>
      </p:sp>
      <p:graphicFrame>
        <p:nvGraphicFramePr>
          <p:cNvPr id="60" name="Diagram 59">
            <a:hlinkClick r:id="rId2" action="ppaction://hlinksldjump"/>
            <a:extLst>
              <a:ext uri="{FF2B5EF4-FFF2-40B4-BE49-F238E27FC236}">
                <a16:creationId xmlns:a16="http://schemas.microsoft.com/office/drawing/2014/main" id="{2A2BF2CA-A790-4783-A85D-1FBE2E151E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2997380"/>
              </p:ext>
            </p:extLst>
          </p:nvPr>
        </p:nvGraphicFramePr>
        <p:xfrm>
          <a:off x="7365311" y="4122031"/>
          <a:ext cx="2326290" cy="2471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64" name="Diagram 63">
            <a:hlinkClick r:id="rId2" action="ppaction://hlinksldjump"/>
            <a:extLst>
              <a:ext uri="{FF2B5EF4-FFF2-40B4-BE49-F238E27FC236}">
                <a16:creationId xmlns:a16="http://schemas.microsoft.com/office/drawing/2014/main" id="{0AC4FDB8-0514-4A93-85B5-C1090D5B63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416790"/>
              </p:ext>
            </p:extLst>
          </p:nvPr>
        </p:nvGraphicFramePr>
        <p:xfrm>
          <a:off x="88370" y="4123560"/>
          <a:ext cx="2356640" cy="2472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3" name="Diagram 2">
            <a:hlinkClick r:id="rId2" action="ppaction://hlinksldjump"/>
            <a:extLst>
              <a:ext uri="{FF2B5EF4-FFF2-40B4-BE49-F238E27FC236}">
                <a16:creationId xmlns:a16="http://schemas.microsoft.com/office/drawing/2014/main" id="{223BE115-0DC7-46FB-878C-BC850D595C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569723"/>
              </p:ext>
            </p:extLst>
          </p:nvPr>
        </p:nvGraphicFramePr>
        <p:xfrm>
          <a:off x="4929609" y="4128492"/>
          <a:ext cx="2332783" cy="2464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61" name="Diagram 60">
            <a:hlinkClick r:id="rId2" action="ppaction://hlinksldjump"/>
            <a:extLst>
              <a:ext uri="{FF2B5EF4-FFF2-40B4-BE49-F238E27FC236}">
                <a16:creationId xmlns:a16="http://schemas.microsoft.com/office/drawing/2014/main" id="{6A88AE58-AA73-4EC6-B75B-DB59135B99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358427"/>
              </p:ext>
            </p:extLst>
          </p:nvPr>
        </p:nvGraphicFramePr>
        <p:xfrm>
          <a:off x="9794743" y="4128492"/>
          <a:ext cx="2332783" cy="2458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65" name="Diagram 64">
            <a:hlinkClick r:id="rId2" action="ppaction://hlinksldjump"/>
            <a:extLst>
              <a:ext uri="{FF2B5EF4-FFF2-40B4-BE49-F238E27FC236}">
                <a16:creationId xmlns:a16="http://schemas.microsoft.com/office/drawing/2014/main" id="{B8F2DBFA-B24E-4B91-A5A2-6FBB9CA439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0882549"/>
              </p:ext>
            </p:extLst>
          </p:nvPr>
        </p:nvGraphicFramePr>
        <p:xfrm>
          <a:off x="2533378" y="4126079"/>
          <a:ext cx="2331485" cy="2458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sp>
        <p:nvSpPr>
          <p:cNvPr id="67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5A01FFA1-0438-40A7-895C-05FD6D3A8BD2}"/>
              </a:ext>
            </a:extLst>
          </p:cNvPr>
          <p:cNvSpPr/>
          <p:nvPr/>
        </p:nvSpPr>
        <p:spPr>
          <a:xfrm>
            <a:off x="-1" y="1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Rectangle 67">
            <a:hlinkClick r:id="rId37" action="ppaction://hlinksldjump"/>
            <a:extLst>
              <a:ext uri="{FF2B5EF4-FFF2-40B4-BE49-F238E27FC236}">
                <a16:creationId xmlns:a16="http://schemas.microsoft.com/office/drawing/2014/main" id="{29258918-B31C-4D61-8D29-FDC99B38670B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Rectangle 68">
            <a:hlinkClick r:id="rId37" action="ppaction://hlinksldjump"/>
            <a:extLst>
              <a:ext uri="{FF2B5EF4-FFF2-40B4-BE49-F238E27FC236}">
                <a16:creationId xmlns:a16="http://schemas.microsoft.com/office/drawing/2014/main" id="{19BD5F9C-B7E2-4A98-BE93-1E3CEA9AF359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0" name="Rectangle 69">
            <a:hlinkClick r:id="rId37" action="ppaction://hlinksldjump"/>
            <a:extLst>
              <a:ext uri="{FF2B5EF4-FFF2-40B4-BE49-F238E27FC236}">
                <a16:creationId xmlns:a16="http://schemas.microsoft.com/office/drawing/2014/main" id="{918802B4-1541-4514-A2EF-80D750D3B8A7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1" name="Rectangle 70">
            <a:hlinkClick r:id="rId37" action="ppaction://hlinksldjump"/>
            <a:extLst>
              <a:ext uri="{FF2B5EF4-FFF2-40B4-BE49-F238E27FC236}">
                <a16:creationId xmlns:a16="http://schemas.microsoft.com/office/drawing/2014/main" id="{E9FB64B2-25B6-49F1-BA95-681A0E77ED42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2" name="Rectangle 71">
            <a:hlinkClick r:id="rId37" action="ppaction://hlinksldjump"/>
            <a:extLst>
              <a:ext uri="{FF2B5EF4-FFF2-40B4-BE49-F238E27FC236}">
                <a16:creationId xmlns:a16="http://schemas.microsoft.com/office/drawing/2014/main" id="{624C1AEA-0E42-44B3-A68E-15380A2329C5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3" name="Rectangle 72">
            <a:hlinkClick r:id="rId37" action="ppaction://hlinksldjump"/>
            <a:extLst>
              <a:ext uri="{FF2B5EF4-FFF2-40B4-BE49-F238E27FC236}">
                <a16:creationId xmlns:a16="http://schemas.microsoft.com/office/drawing/2014/main" id="{CF1F2BAC-F00F-45ED-AE96-BEF230F4FC01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4" name="Rectangle 73">
            <a:hlinkClick r:id="rId37" action="ppaction://hlinksldjump"/>
            <a:extLst>
              <a:ext uri="{FF2B5EF4-FFF2-40B4-BE49-F238E27FC236}">
                <a16:creationId xmlns:a16="http://schemas.microsoft.com/office/drawing/2014/main" id="{51D57930-9D58-4C60-B48A-7A32C868FD6E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5" name="Rectangle 74">
            <a:hlinkClick r:id="rId37" action="ppaction://hlinksldjump"/>
            <a:extLst>
              <a:ext uri="{FF2B5EF4-FFF2-40B4-BE49-F238E27FC236}">
                <a16:creationId xmlns:a16="http://schemas.microsoft.com/office/drawing/2014/main" id="{6A415E60-1497-4834-8930-1B5FD70ABB3D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6" name="Rectangle 75">
            <a:hlinkClick r:id="rId37" action="ppaction://hlinksldjump"/>
            <a:extLst>
              <a:ext uri="{FF2B5EF4-FFF2-40B4-BE49-F238E27FC236}">
                <a16:creationId xmlns:a16="http://schemas.microsoft.com/office/drawing/2014/main" id="{1A4AD9D5-4D05-4DA5-AB6C-3D6912656506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7" name="Rectangle 76">
            <a:hlinkClick r:id="rId37" action="ppaction://hlinksldjump"/>
            <a:extLst>
              <a:ext uri="{FF2B5EF4-FFF2-40B4-BE49-F238E27FC236}">
                <a16:creationId xmlns:a16="http://schemas.microsoft.com/office/drawing/2014/main" id="{27FFDE7B-FEFA-40FB-B278-0763D4C7AFB1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8" name="Cylinder 77">
            <a:hlinkClick r:id="rId2" action="ppaction://hlinksldjump"/>
            <a:extLst>
              <a:ext uri="{FF2B5EF4-FFF2-40B4-BE49-F238E27FC236}">
                <a16:creationId xmlns:a16="http://schemas.microsoft.com/office/drawing/2014/main" id="{6C9C5B64-D1BE-4FE7-80FC-A8E6C1B1E1AD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9" name="Rectangle 78">
            <a:hlinkClick r:id="rId2" action="ppaction://hlinksldjump"/>
            <a:extLst>
              <a:ext uri="{FF2B5EF4-FFF2-40B4-BE49-F238E27FC236}">
                <a16:creationId xmlns:a16="http://schemas.microsoft.com/office/drawing/2014/main" id="{9F4687DE-76A8-42AD-8A9C-24AD60D0986F}"/>
              </a:ext>
            </a:extLst>
          </p:cNvPr>
          <p:cNvSpPr/>
          <p:nvPr/>
        </p:nvSpPr>
        <p:spPr>
          <a:xfrm>
            <a:off x="-8480" y="2559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80" name="Hamburger">
            <a:extLst>
              <a:ext uri="{FF2B5EF4-FFF2-40B4-BE49-F238E27FC236}">
                <a16:creationId xmlns:a16="http://schemas.microsoft.com/office/drawing/2014/main" id="{CA3B477E-E6CE-4F1D-81D8-785961348A74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1" name="Picture 15" descr="Close">
            <a:extLst>
              <a:ext uri="{FF2B5EF4-FFF2-40B4-BE49-F238E27FC236}">
                <a16:creationId xmlns:a16="http://schemas.microsoft.com/office/drawing/2014/main" id="{CF9DE0FC-E844-40BC-AB64-C1FCBA850CC4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2" name="Picture 67" descr="House">
            <a:hlinkClick r:id="rId41" action="ppaction://hlinksldjump"/>
            <a:extLst>
              <a:ext uri="{FF2B5EF4-FFF2-40B4-BE49-F238E27FC236}">
                <a16:creationId xmlns:a16="http://schemas.microsoft.com/office/drawing/2014/main" id="{B567D1B7-C085-4CA8-B1AE-39033A442642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3" name="Arrow: Right 65">
            <a:hlinkClick r:id="rId44" action="ppaction://hlinksldjump"/>
            <a:extLst>
              <a:ext uri="{FF2B5EF4-FFF2-40B4-BE49-F238E27FC236}">
                <a16:creationId xmlns:a16="http://schemas.microsoft.com/office/drawing/2014/main" id="{41DB5BE4-1888-4044-A968-D7D745450F56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4" name="Arrow: Down 66">
            <a:hlinkClick r:id="rId45" action="ppaction://hlinksldjump"/>
            <a:extLst>
              <a:ext uri="{FF2B5EF4-FFF2-40B4-BE49-F238E27FC236}">
                <a16:creationId xmlns:a16="http://schemas.microsoft.com/office/drawing/2014/main" id="{C0AD13F6-B386-4B50-A216-92697B2DD9EE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5" name="Arrow: Right 68">
            <a:hlinkClick r:id="rId46" action="ppaction://hlinksldjump"/>
            <a:extLst>
              <a:ext uri="{FF2B5EF4-FFF2-40B4-BE49-F238E27FC236}">
                <a16:creationId xmlns:a16="http://schemas.microsoft.com/office/drawing/2014/main" id="{57EAC348-198B-4714-991A-A70764C8DC30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92" name="Arrow: Left 69">
            <a:hlinkClick r:id="rId2" action="ppaction://hlinksldjump"/>
            <a:extLst>
              <a:ext uri="{FF2B5EF4-FFF2-40B4-BE49-F238E27FC236}">
                <a16:creationId xmlns:a16="http://schemas.microsoft.com/office/drawing/2014/main" id="{95DB1FF0-D04A-4B4E-AB65-40E549182209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rgbClr val="FF2435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93" name="Arrow: Left-Right 64">
            <a:hlinkClick r:id="rId47" action="ppaction://hlinksldjump"/>
            <a:extLst>
              <a:ext uri="{FF2B5EF4-FFF2-40B4-BE49-F238E27FC236}">
                <a16:creationId xmlns:a16="http://schemas.microsoft.com/office/drawing/2014/main" id="{33F3289B-A8AA-460E-B26B-9A15545E11D1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94" name="Graphic 93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65964F15-BA98-40DE-B16B-0C197E7E7F60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5" name="TextBox 94">
            <a:hlinkClick r:id="rId2" action="ppaction://hlinksldjump"/>
            <a:extLst>
              <a:ext uri="{FF2B5EF4-FFF2-40B4-BE49-F238E27FC236}">
                <a16:creationId xmlns:a16="http://schemas.microsoft.com/office/drawing/2014/main" id="{745C759A-EE07-4F09-BB39-E0C47CA5D4BF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96" name="TextBox 95">
            <a:hlinkClick r:id="rId2" action="ppaction://hlinksldjump"/>
            <a:extLst>
              <a:ext uri="{FF2B5EF4-FFF2-40B4-BE49-F238E27FC236}">
                <a16:creationId xmlns:a16="http://schemas.microsoft.com/office/drawing/2014/main" id="{BA3532F3-2138-4403-924E-716AEC3A07D3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97" name="Arrow: Right 96">
            <a:hlinkClick r:id="rId47" action="ppaction://hlinksldjump"/>
            <a:extLst>
              <a:ext uri="{FF2B5EF4-FFF2-40B4-BE49-F238E27FC236}">
                <a16:creationId xmlns:a16="http://schemas.microsoft.com/office/drawing/2014/main" id="{CB0AFA4E-77EF-43B6-B38F-00A122FB6371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8" name="Arrow: Left 97">
            <a:hlinkClick r:id="rId44" action="ppaction://hlinksldjump"/>
            <a:extLst>
              <a:ext uri="{FF2B5EF4-FFF2-40B4-BE49-F238E27FC236}">
                <a16:creationId xmlns:a16="http://schemas.microsoft.com/office/drawing/2014/main" id="{42313ACC-26F8-4936-918D-2DE04A78AC32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9" name="Arrow: Right 98">
            <a:hlinkClick r:id="rId2" action="ppaction://hlinksldjump"/>
            <a:extLst>
              <a:ext uri="{FF2B5EF4-FFF2-40B4-BE49-F238E27FC236}">
                <a16:creationId xmlns:a16="http://schemas.microsoft.com/office/drawing/2014/main" id="{7B2CE7E2-3FBB-45B2-A583-C542C1E8E4AB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0" name="Arrow: Right 99">
            <a:hlinkClick r:id="rId46" action="ppaction://hlinksldjump"/>
            <a:extLst>
              <a:ext uri="{FF2B5EF4-FFF2-40B4-BE49-F238E27FC236}">
                <a16:creationId xmlns:a16="http://schemas.microsoft.com/office/drawing/2014/main" id="{9965729D-F9AE-40F8-A20C-1B82380383D1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1" name="Arrow: U-Turn 100">
            <a:hlinkClick r:id="rId45" action="ppaction://hlinksldjump"/>
            <a:extLst>
              <a:ext uri="{FF2B5EF4-FFF2-40B4-BE49-F238E27FC236}">
                <a16:creationId xmlns:a16="http://schemas.microsoft.com/office/drawing/2014/main" id="{2A2C6C31-5A9C-4EE7-B3A6-159F90A219A5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62" name="Picture 61">
            <a:hlinkClick r:id="rId37" action="ppaction://hlinksldjump"/>
            <a:extLst>
              <a:ext uri="{FF2B5EF4-FFF2-40B4-BE49-F238E27FC236}">
                <a16:creationId xmlns:a16="http://schemas.microsoft.com/office/drawing/2014/main" id="{71D8D616-5AEE-44B1-8FA3-C7BABE1C130A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6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8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1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2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2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0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1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9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7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1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9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4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500"/>
                            </p:stCondLst>
                            <p:childTnLst>
                              <p:par>
                                <p:cTn id="2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8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9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0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1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2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53" grpId="0" animBg="1"/>
      <p:bldP spid="52" grpId="0" animBg="1"/>
      <p:bldP spid="51" grpId="0" animBg="1"/>
      <p:bldP spid="63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2" grpId="0" animBg="1"/>
      <p:bldGraphic spid="60" grpId="0">
        <p:bldAsOne/>
      </p:bldGraphic>
      <p:bldGraphic spid="60" grpId="1">
        <p:bldAsOne/>
      </p:bldGraphic>
      <p:bldGraphic spid="64" grpId="0" uiExpand="1">
        <p:bldAsOne/>
      </p:bldGraphic>
      <p:bldGraphic spid="64" grpId="1">
        <p:bldAsOne/>
      </p:bldGraphic>
      <p:bldGraphic spid="3" grpId="0">
        <p:bldAsOne/>
      </p:bldGraphic>
      <p:bldGraphic spid="3" grpId="1">
        <p:bldAsOne/>
      </p:bldGraphic>
      <p:bldGraphic spid="61" grpId="0">
        <p:bldAsOne/>
      </p:bldGraphic>
      <p:bldGraphic spid="61" grpId="1">
        <p:bldAsOne/>
      </p:bldGraphic>
      <p:bldGraphic spid="65" grpId="0">
        <p:bldAsOne/>
      </p:bldGraphic>
      <p:bldGraphic spid="65" grpId="1">
        <p:bldAsOne/>
      </p:bldGraphic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92" grpId="0" animBg="1"/>
      <p:bldP spid="92" grpId="1" animBg="1"/>
      <p:bldP spid="93" grpId="0" animBg="1"/>
      <p:bldP spid="93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hlinkClick r:id="rId2" action="ppaction://hlinksldjump"/>
            <a:extLst>
              <a:ext uri="{FF2B5EF4-FFF2-40B4-BE49-F238E27FC236}">
                <a16:creationId xmlns:a16="http://schemas.microsoft.com/office/drawing/2014/main" id="{368AB2DB-4B43-436F-B564-177A11893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9" y="13904"/>
            <a:ext cx="12208463" cy="6867261"/>
          </a:xfrm>
          <a:prstGeom prst="rect">
            <a:avLst/>
          </a:prstGeom>
        </p:spPr>
      </p:pic>
      <p:sp>
        <p:nvSpPr>
          <p:cNvPr id="38" name="Rectangle 37">
            <a:hlinkClick r:id="rId2" action="ppaction://hlinksldjump"/>
            <a:extLst>
              <a:ext uri="{FF2B5EF4-FFF2-40B4-BE49-F238E27FC236}">
                <a16:creationId xmlns:a16="http://schemas.microsoft.com/office/drawing/2014/main" id="{34332FC4-3411-4E8D-899E-40E7B7D7493B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Rectangle 38">
            <a:hlinkClick r:id="rId2" action="ppaction://hlinksldjump"/>
            <a:extLst>
              <a:ext uri="{FF2B5EF4-FFF2-40B4-BE49-F238E27FC236}">
                <a16:creationId xmlns:a16="http://schemas.microsoft.com/office/drawing/2014/main" id="{582B39FC-DF35-4C3A-BE55-AF8532A6662A}"/>
              </a:ext>
            </a:extLst>
          </p:cNvPr>
          <p:cNvSpPr/>
          <p:nvPr/>
        </p:nvSpPr>
        <p:spPr>
          <a:xfrm rot="5400000">
            <a:off x="6201909" y="329020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B3A3FE8A-2706-4783-BBE5-5D6E19C2CEE2}"/>
              </a:ext>
            </a:extLst>
          </p:cNvPr>
          <p:cNvSpPr/>
          <p:nvPr/>
        </p:nvSpPr>
        <p:spPr>
          <a:xfrm>
            <a:off x="3972128" y="884959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32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CHO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41" name="Arrow: Right 40">
            <a:hlinkClick r:id="rId2" action="ppaction://hlinksldjump"/>
            <a:extLst>
              <a:ext uri="{FF2B5EF4-FFF2-40B4-BE49-F238E27FC236}">
                <a16:creationId xmlns:a16="http://schemas.microsoft.com/office/drawing/2014/main" id="{E455DA40-3BC4-4AEC-A4F0-25B670DDB580}"/>
              </a:ext>
            </a:extLst>
          </p:cNvPr>
          <p:cNvSpPr/>
          <p:nvPr/>
        </p:nvSpPr>
        <p:spPr>
          <a:xfrm rot="5400000">
            <a:off x="4120771" y="1150990"/>
            <a:ext cx="574900" cy="353380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2" name="Arrow: Right 41">
            <a:hlinkClick r:id="rId2" action="ppaction://hlinksldjump"/>
            <a:extLst>
              <a:ext uri="{FF2B5EF4-FFF2-40B4-BE49-F238E27FC236}">
                <a16:creationId xmlns:a16="http://schemas.microsoft.com/office/drawing/2014/main" id="{FC4F8B01-385F-4524-A9D5-793699AEBB14}"/>
              </a:ext>
            </a:extLst>
          </p:cNvPr>
          <p:cNvSpPr/>
          <p:nvPr/>
        </p:nvSpPr>
        <p:spPr>
          <a:xfrm rot="5400000">
            <a:off x="7496331" y="1150989"/>
            <a:ext cx="574900" cy="353380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Picture 2">
            <a:hlinkClick r:id="" action="ppaction://customshow?id=0&amp;return=true"/>
            <a:extLst>
              <a:ext uri="{FF2B5EF4-FFF2-40B4-BE49-F238E27FC236}">
                <a16:creationId xmlns:a16="http://schemas.microsoft.com/office/drawing/2014/main" id="{29018ED6-BEED-4F8A-BA9B-77BACB0706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41" y="2756060"/>
            <a:ext cx="1649679" cy="1649679"/>
          </a:xfrm>
          <a:prstGeom prst="rect">
            <a:avLst/>
          </a:prstGeom>
        </p:spPr>
      </p:pic>
      <p:pic>
        <p:nvPicPr>
          <p:cNvPr id="5" name="Picture 4">
            <a:hlinkClick r:id="rId5" action="ppaction://hlinksldjump"/>
            <a:extLst>
              <a:ext uri="{FF2B5EF4-FFF2-40B4-BE49-F238E27FC236}">
                <a16:creationId xmlns:a16="http://schemas.microsoft.com/office/drawing/2014/main" id="{FD68D279-EA3B-4997-960B-C7A0A170BFD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478" b="97015" l="2687" r="97910">
                        <a14:foregroundMark x1="37313" y1="35522" x2="55224" y2="29254"/>
                        <a14:foregroundMark x1="26866" y1="35821" x2="74627" y2="26269"/>
                        <a14:foregroundMark x1="22388" y1="23582" x2="41791" y2="20597"/>
                        <a14:foregroundMark x1="17612" y1="28358" x2="19701" y2="77313"/>
                        <a14:foregroundMark x1="20000" y1="81493" x2="66269" y2="82388"/>
                        <a14:foregroundMark x1="18507" y1="20896" x2="69552" y2="22687"/>
                        <a14:foregroundMark x1="45075" y1="16119" x2="82388" y2="22090"/>
                        <a14:foregroundMark x1="81493" y1="22388" x2="83284" y2="81194"/>
                        <a14:foregroundMark x1="83284" y1="81493" x2="55522" y2="97015"/>
                        <a14:foregroundMark x1="13134" y1="69552" x2="7761" y2="37313"/>
                        <a14:foregroundMark x1="2985" y1="45075" x2="3881" y2="45075"/>
                        <a14:foregroundMark x1="34627" y1="8060" x2="46866" y2="4776"/>
                        <a14:foregroundMark x1="94328" y1="36418" x2="93134" y2="54328"/>
                        <a14:foregroundMark x1="97910" y1="46567" x2="97612" y2="49254"/>
                        <a14:foregroundMark x1="28955" y1="34030" x2="53433" y2="28358"/>
                        <a14:foregroundMark x1="46269" y1="35224" x2="75522" y2="28657"/>
                        <a14:foregroundMark x1="24776" y1="43582" x2="78806" y2="40000"/>
                        <a14:foregroundMark x1="77612" y1="40597" x2="77313" y2="48060"/>
                        <a14:foregroundMark x1="77313" y1="48060" x2="30149" y2="45373"/>
                        <a14:foregroundMark x1="55522" y1="44179" x2="74328" y2="41493"/>
                        <a14:foregroundMark x1="63582" y1="45970" x2="72836" y2="44478"/>
                        <a14:foregroundMark x1="24179" y1="41791" x2="35224" y2="40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038" y="2897553"/>
            <a:ext cx="1298085" cy="1298085"/>
          </a:xfrm>
          <a:prstGeom prst="rect">
            <a:avLst/>
          </a:prstGeom>
        </p:spPr>
      </p:pic>
      <p:sp>
        <p:nvSpPr>
          <p:cNvPr id="73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D3D0668D-8E37-4159-9B03-05BBF6F6F90B}"/>
              </a:ext>
            </a:extLst>
          </p:cNvPr>
          <p:cNvSpPr/>
          <p:nvPr/>
        </p:nvSpPr>
        <p:spPr>
          <a:xfrm>
            <a:off x="-8896" y="10573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4" name="Rectangle 73">
            <a:hlinkClick r:id="rId2" action="ppaction://hlinksldjump"/>
            <a:extLst>
              <a:ext uri="{FF2B5EF4-FFF2-40B4-BE49-F238E27FC236}">
                <a16:creationId xmlns:a16="http://schemas.microsoft.com/office/drawing/2014/main" id="{29E8318F-F0C8-4321-BBFF-7C0DAE4406BB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5" name="Rectangle 74">
            <a:hlinkClick r:id="rId2" action="ppaction://hlinksldjump"/>
            <a:extLst>
              <a:ext uri="{FF2B5EF4-FFF2-40B4-BE49-F238E27FC236}">
                <a16:creationId xmlns:a16="http://schemas.microsoft.com/office/drawing/2014/main" id="{C0695B4D-1FC8-458D-B138-F4D982B24361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6" name="Rectangle 75">
            <a:hlinkClick r:id="rId8" action="ppaction://hlinksldjump"/>
            <a:extLst>
              <a:ext uri="{FF2B5EF4-FFF2-40B4-BE49-F238E27FC236}">
                <a16:creationId xmlns:a16="http://schemas.microsoft.com/office/drawing/2014/main" id="{AE9E0252-581C-44C1-9477-8E886F7CDF35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7" name="Rectangle 76">
            <a:hlinkClick r:id="rId8" action="ppaction://hlinksldjump"/>
            <a:extLst>
              <a:ext uri="{FF2B5EF4-FFF2-40B4-BE49-F238E27FC236}">
                <a16:creationId xmlns:a16="http://schemas.microsoft.com/office/drawing/2014/main" id="{57D379EB-4E49-4DFB-9410-2947DA0FC1E4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8" name="Rectangle 77">
            <a:hlinkClick r:id="rId8" action="ppaction://hlinksldjump"/>
            <a:extLst>
              <a:ext uri="{FF2B5EF4-FFF2-40B4-BE49-F238E27FC236}">
                <a16:creationId xmlns:a16="http://schemas.microsoft.com/office/drawing/2014/main" id="{EE39BD2A-53A1-4955-A5E4-3BB760BD9709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9" name="Rectangle 78">
            <a:hlinkClick r:id="rId8" action="ppaction://hlinksldjump"/>
            <a:extLst>
              <a:ext uri="{FF2B5EF4-FFF2-40B4-BE49-F238E27FC236}">
                <a16:creationId xmlns:a16="http://schemas.microsoft.com/office/drawing/2014/main" id="{7F3855D5-282B-4172-87C9-70B19987A914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0" name="Rectangle 79">
            <a:hlinkClick r:id="rId8" action="ppaction://hlinksldjump"/>
            <a:extLst>
              <a:ext uri="{FF2B5EF4-FFF2-40B4-BE49-F238E27FC236}">
                <a16:creationId xmlns:a16="http://schemas.microsoft.com/office/drawing/2014/main" id="{5A3DBD7F-5595-42BF-B7F6-4AB6EC9D950F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1" name="Rectangle 80">
            <a:hlinkClick r:id="rId8" action="ppaction://hlinksldjump"/>
            <a:extLst>
              <a:ext uri="{FF2B5EF4-FFF2-40B4-BE49-F238E27FC236}">
                <a16:creationId xmlns:a16="http://schemas.microsoft.com/office/drawing/2014/main" id="{519B2559-BC7E-4B99-9D80-9F29D858EAA2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2" name="Rectangle 81">
            <a:hlinkClick r:id="rId8" action="ppaction://hlinksldjump"/>
            <a:extLst>
              <a:ext uri="{FF2B5EF4-FFF2-40B4-BE49-F238E27FC236}">
                <a16:creationId xmlns:a16="http://schemas.microsoft.com/office/drawing/2014/main" id="{4427F151-023C-45C7-8CD3-5CB86E50BB55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3" name="Rectangle 82">
            <a:hlinkClick r:id="rId8" action="ppaction://hlinksldjump"/>
            <a:extLst>
              <a:ext uri="{FF2B5EF4-FFF2-40B4-BE49-F238E27FC236}">
                <a16:creationId xmlns:a16="http://schemas.microsoft.com/office/drawing/2014/main" id="{70B06D36-E8EB-4C16-8860-B222820F5EF0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4" name="Cylinder 83">
            <a:hlinkClick r:id="rId2" action="ppaction://hlinksldjump"/>
            <a:extLst>
              <a:ext uri="{FF2B5EF4-FFF2-40B4-BE49-F238E27FC236}">
                <a16:creationId xmlns:a16="http://schemas.microsoft.com/office/drawing/2014/main" id="{C4BBF882-8DDD-438A-8613-8361C3F71FED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5" name="Rectangle 84">
            <a:hlinkClick r:id="rId2" action="ppaction://hlinksldjump"/>
            <a:extLst>
              <a:ext uri="{FF2B5EF4-FFF2-40B4-BE49-F238E27FC236}">
                <a16:creationId xmlns:a16="http://schemas.microsoft.com/office/drawing/2014/main" id="{D98C6229-161A-40FA-9120-11F713AAF908}"/>
              </a:ext>
            </a:extLst>
          </p:cNvPr>
          <p:cNvSpPr/>
          <p:nvPr/>
        </p:nvSpPr>
        <p:spPr>
          <a:xfrm>
            <a:off x="-8480" y="13991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86" name="Hamburger">
            <a:extLst>
              <a:ext uri="{FF2B5EF4-FFF2-40B4-BE49-F238E27FC236}">
                <a16:creationId xmlns:a16="http://schemas.microsoft.com/office/drawing/2014/main" id="{481DD03A-D417-4C66-9EF2-A7D54CA498C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7" name="Picture 15" descr="Close">
            <a:extLst>
              <a:ext uri="{FF2B5EF4-FFF2-40B4-BE49-F238E27FC236}">
                <a16:creationId xmlns:a16="http://schemas.microsoft.com/office/drawing/2014/main" id="{A3F7FBD0-5E2B-4783-B02C-AF64738039A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8" name="Picture 67" descr="House">
            <a:hlinkClick r:id="rId12" action="ppaction://hlinksldjump"/>
            <a:extLst>
              <a:ext uri="{FF2B5EF4-FFF2-40B4-BE49-F238E27FC236}">
                <a16:creationId xmlns:a16="http://schemas.microsoft.com/office/drawing/2014/main" id="{EE1A90FC-F235-4F72-9EE7-91EBE65660E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9" name="Arrow: Right 65">
            <a:hlinkClick r:id="rId15" action="ppaction://hlinksldjump"/>
            <a:extLst>
              <a:ext uri="{FF2B5EF4-FFF2-40B4-BE49-F238E27FC236}">
                <a16:creationId xmlns:a16="http://schemas.microsoft.com/office/drawing/2014/main" id="{D068DA53-7598-443E-8E7E-6F1878338940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90" name="Arrow: Down 66">
            <a:hlinkClick r:id="rId16" action="ppaction://hlinksldjump"/>
            <a:extLst>
              <a:ext uri="{FF2B5EF4-FFF2-40B4-BE49-F238E27FC236}">
                <a16:creationId xmlns:a16="http://schemas.microsoft.com/office/drawing/2014/main" id="{7208E052-99D2-4F0C-8D4E-92F4F577B452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91" name="Arrow: Right 68">
            <a:hlinkClick r:id="rId2" action="ppaction://hlinksldjump"/>
            <a:extLst>
              <a:ext uri="{FF2B5EF4-FFF2-40B4-BE49-F238E27FC236}">
                <a16:creationId xmlns:a16="http://schemas.microsoft.com/office/drawing/2014/main" id="{0A94FF66-A7A5-4DEC-B7CD-61922A08A59F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rgbClr val="FF2435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92" name="Arrow: Left 69">
            <a:hlinkClick r:id="rId17" action="ppaction://hlinksldjump"/>
            <a:extLst>
              <a:ext uri="{FF2B5EF4-FFF2-40B4-BE49-F238E27FC236}">
                <a16:creationId xmlns:a16="http://schemas.microsoft.com/office/drawing/2014/main" id="{2C9797FE-2190-401F-BA1A-04FF2699BD71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93" name="Arrow: Left-Right 64">
            <a:hlinkClick r:id="rId18" action="ppaction://hlinksldjump"/>
            <a:extLst>
              <a:ext uri="{FF2B5EF4-FFF2-40B4-BE49-F238E27FC236}">
                <a16:creationId xmlns:a16="http://schemas.microsoft.com/office/drawing/2014/main" id="{E94BF90D-3057-4988-B47D-981249AC6968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94" name="Graphic 93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B1AF4036-2CE9-4DD5-ADA6-79E4BAD2CAC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5" name="TextBox 94">
            <a:hlinkClick r:id="rId2" action="ppaction://hlinksldjump"/>
            <a:extLst>
              <a:ext uri="{FF2B5EF4-FFF2-40B4-BE49-F238E27FC236}">
                <a16:creationId xmlns:a16="http://schemas.microsoft.com/office/drawing/2014/main" id="{78EE88A2-3D7F-491C-A833-0E239AC35A27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96" name="TextBox 95">
            <a:hlinkClick r:id="rId2" action="ppaction://hlinksldjump"/>
            <a:extLst>
              <a:ext uri="{FF2B5EF4-FFF2-40B4-BE49-F238E27FC236}">
                <a16:creationId xmlns:a16="http://schemas.microsoft.com/office/drawing/2014/main" id="{2AA598EE-B571-4B5D-A0B1-B6A3DABE0847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97" name="Arrow: Right 96">
            <a:hlinkClick r:id="rId18" action="ppaction://hlinksldjump"/>
            <a:extLst>
              <a:ext uri="{FF2B5EF4-FFF2-40B4-BE49-F238E27FC236}">
                <a16:creationId xmlns:a16="http://schemas.microsoft.com/office/drawing/2014/main" id="{02B79F4C-370A-4A87-85C7-8C524C5D0B3A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8" name="Arrow: Left 97">
            <a:hlinkClick r:id="rId15" action="ppaction://hlinksldjump"/>
            <a:extLst>
              <a:ext uri="{FF2B5EF4-FFF2-40B4-BE49-F238E27FC236}">
                <a16:creationId xmlns:a16="http://schemas.microsoft.com/office/drawing/2014/main" id="{D91FDF1E-1B82-40A1-8352-2EFF826B3C2B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9" name="Arrow: Right 98">
            <a:hlinkClick r:id="rId17" action="ppaction://hlinksldjump"/>
            <a:extLst>
              <a:ext uri="{FF2B5EF4-FFF2-40B4-BE49-F238E27FC236}">
                <a16:creationId xmlns:a16="http://schemas.microsoft.com/office/drawing/2014/main" id="{560A55E2-308D-4B84-AD05-3BA562674898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0" name="Arrow: Right 99">
            <a:hlinkClick r:id="rId2" action="ppaction://hlinksldjump"/>
            <a:extLst>
              <a:ext uri="{FF2B5EF4-FFF2-40B4-BE49-F238E27FC236}">
                <a16:creationId xmlns:a16="http://schemas.microsoft.com/office/drawing/2014/main" id="{CF2A76DC-C280-40BB-A9A0-6ED7286F86E4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1" name="Arrow: U-Turn 100">
            <a:hlinkClick r:id="rId16" action="ppaction://hlinksldjump"/>
            <a:extLst>
              <a:ext uri="{FF2B5EF4-FFF2-40B4-BE49-F238E27FC236}">
                <a16:creationId xmlns:a16="http://schemas.microsoft.com/office/drawing/2014/main" id="{07418A55-7C8E-4DAE-AA5E-06A725859185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3" name="Picture 42">
            <a:hlinkClick r:id="rId8" action="ppaction://hlinksldjump"/>
            <a:extLst>
              <a:ext uri="{FF2B5EF4-FFF2-40B4-BE49-F238E27FC236}">
                <a16:creationId xmlns:a16="http://schemas.microsoft.com/office/drawing/2014/main" id="{E60B0633-CC93-48F2-AFF3-54241F83C4CA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2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2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2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2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1" grpId="1" animBg="1"/>
      <p:bldP spid="42" grpId="0" animBg="1"/>
      <p:bldP spid="4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hlinkClick r:id="rId2" action="ppaction://hlinksldjump"/>
            <a:extLst>
              <a:ext uri="{FF2B5EF4-FFF2-40B4-BE49-F238E27FC236}">
                <a16:creationId xmlns:a16="http://schemas.microsoft.com/office/drawing/2014/main" id="{368AB2DB-4B43-436F-B564-177A11893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0" y="15579"/>
            <a:ext cx="12208465" cy="6863910"/>
          </a:xfrm>
          <a:prstGeom prst="rect">
            <a:avLst/>
          </a:prstGeom>
        </p:spPr>
      </p:pic>
      <p:sp>
        <p:nvSpPr>
          <p:cNvPr id="3" name="Rounded Rectangle 2">
            <a:hlinkClick r:id="rId2" action="ppaction://hlinksldjump"/>
          </p:cNvPr>
          <p:cNvSpPr/>
          <p:nvPr/>
        </p:nvSpPr>
        <p:spPr>
          <a:xfrm>
            <a:off x="2147398" y="2474608"/>
            <a:ext cx="7897205" cy="2565544"/>
          </a:xfrm>
          <a:prstGeom prst="roundRect">
            <a:avLst/>
          </a:prstGeom>
          <a:solidFill>
            <a:schemeClr val="tx1">
              <a:alpha val="2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" name="Rectangle 35">
            <a:hlinkClick r:id="rId2" action="ppaction://hlinksldjump"/>
            <a:extLst>
              <a:ext uri="{FF2B5EF4-FFF2-40B4-BE49-F238E27FC236}">
                <a16:creationId xmlns:a16="http://schemas.microsoft.com/office/drawing/2014/main" id="{C87ED630-5ACE-42B6-A599-632E68442025}"/>
              </a:ext>
            </a:extLst>
          </p:cNvPr>
          <p:cNvSpPr/>
          <p:nvPr/>
        </p:nvSpPr>
        <p:spPr>
          <a:xfrm>
            <a:off x="5156302" y="-35464"/>
            <a:ext cx="154296" cy="100744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Rectangle 36">
            <a:hlinkClick r:id="rId2" action="ppaction://hlinksldjump"/>
            <a:extLst>
              <a:ext uri="{FF2B5EF4-FFF2-40B4-BE49-F238E27FC236}">
                <a16:creationId xmlns:a16="http://schemas.microsoft.com/office/drawing/2014/main" id="{708D226B-1A43-424C-AA54-1A46B188686E}"/>
              </a:ext>
            </a:extLst>
          </p:cNvPr>
          <p:cNvSpPr/>
          <p:nvPr/>
        </p:nvSpPr>
        <p:spPr>
          <a:xfrm>
            <a:off x="6782852" y="-35465"/>
            <a:ext cx="154296" cy="100744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Down 66">
            <a:hlinkClick r:id="rId2" action="ppaction://hlinksldjump"/>
            <a:extLst>
              <a:ext uri="{FF2B5EF4-FFF2-40B4-BE49-F238E27FC236}">
                <a16:creationId xmlns:a16="http://schemas.microsoft.com/office/drawing/2014/main" id="{B6F15B42-7589-4ECE-8C9D-EA2AA05BF259}"/>
              </a:ext>
            </a:extLst>
          </p:cNvPr>
          <p:cNvSpPr/>
          <p:nvPr/>
        </p:nvSpPr>
        <p:spPr>
          <a:xfrm>
            <a:off x="4409872" y="923275"/>
            <a:ext cx="337225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8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  Mini Games</a:t>
            </a:r>
            <a:endParaRPr lang="en-ID" sz="28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5" name="Graphic 4" descr="Game controller">
            <a:hlinkClick r:id="rId2" action="ppaction://hlinksldjump"/>
            <a:extLst>
              <a:ext uri="{FF2B5EF4-FFF2-40B4-BE49-F238E27FC236}">
                <a16:creationId xmlns:a16="http://schemas.microsoft.com/office/drawing/2014/main" id="{093ED64A-C6D1-4D61-94AC-2328F9A663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3078" y="1002220"/>
            <a:ext cx="823150" cy="823150"/>
          </a:xfrm>
          <a:prstGeom prst="rect">
            <a:avLst/>
          </a:prstGeom>
        </p:spPr>
      </p:pic>
      <p:pic>
        <p:nvPicPr>
          <p:cNvPr id="12" name="Picture 11">
            <a:hlinkClick r:id="rId6" action="ppaction://hlinkfile"/>
            <a:extLst>
              <a:ext uri="{FF2B5EF4-FFF2-40B4-BE49-F238E27FC236}">
                <a16:creationId xmlns:a16="http://schemas.microsoft.com/office/drawing/2014/main" id="{282015ED-6B0D-4F3E-8C91-8D249560176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54" y="3335092"/>
            <a:ext cx="3666452" cy="963662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hlinkClick r:id="rId8" action="ppaction://hlinkfile"/>
            <a:extLst>
              <a:ext uri="{FF2B5EF4-FFF2-40B4-BE49-F238E27FC236}">
                <a16:creationId xmlns:a16="http://schemas.microsoft.com/office/drawing/2014/main" id="{7DC9739A-5D34-44AA-A80C-1C27B5EDCA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17" b="89879" l="9722" r="90278">
                        <a14:foregroundMark x1="90278" y1="37652" x2="90278" y2="37652"/>
                        <a14:foregroundMark x1="10185" y1="39676" x2="10185" y2="39676"/>
                        <a14:foregroundMark x1="34259" y1="35223" x2="34259" y2="35223"/>
                        <a14:foregroundMark x1="35185" y1="33198" x2="36574" y2="35223"/>
                        <a14:foregroundMark x1="33333" y1="34008" x2="38889" y2="34008"/>
                        <a14:foregroundMark x1="60185" y1="34008" x2="62037" y2="32389"/>
                        <a14:foregroundMark x1="59722" y1="36032" x2="64352" y2="32794"/>
                        <a14:foregroundMark x1="43981" y1="10121" x2="43981" y2="101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839" y="2914116"/>
            <a:ext cx="1304595" cy="149182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hlinkClick r:id="rId11" action="ppaction://hlinkfile"/>
            <a:extLst>
              <a:ext uri="{FF2B5EF4-FFF2-40B4-BE49-F238E27FC236}">
                <a16:creationId xmlns:a16="http://schemas.microsoft.com/office/drawing/2014/main" id="{07F95139-4F79-47D4-B6AB-763E300B440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259" b="89815" l="5482" r="89867">
                        <a14:foregroundMark x1="10133" y1="45370" x2="10133" y2="45370"/>
                        <a14:foregroundMark x1="5482" y1="52778" x2="5482" y2="52778"/>
                        <a14:foregroundMark x1="74252" y1="72222" x2="74252" y2="72222"/>
                        <a14:backgroundMark x1="73422" y1="48148" x2="93189" y2="49074"/>
                      </a14:backgroundRemoval>
                    </a14:imgEffect>
                  </a14:imgLayer>
                </a14:imgProps>
              </a:ext>
            </a:extLst>
          </a:blip>
          <a:srcRect r="28634"/>
          <a:stretch/>
        </p:blipFill>
        <p:spPr>
          <a:xfrm>
            <a:off x="7074584" y="4190621"/>
            <a:ext cx="2248464" cy="591641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B401B2CE-9FAC-4266-94C3-A849AB48CAA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16" y="6028305"/>
            <a:ext cx="558969" cy="558969"/>
          </a:xfrm>
          <a:prstGeom prst="rect">
            <a:avLst/>
          </a:prstGeom>
        </p:spPr>
      </p:pic>
      <p:sp>
        <p:nvSpPr>
          <p:cNvPr id="6" name="TextBox 5">
            <a:hlinkClick r:id="rId2" action="ppaction://hlinksldjump"/>
            <a:extLst>
              <a:ext uri="{FF2B5EF4-FFF2-40B4-BE49-F238E27FC236}">
                <a16:creationId xmlns:a16="http://schemas.microsoft.com/office/drawing/2014/main" id="{8016A13B-5FF2-4AEF-A4BE-CC5EEBFFE44C}"/>
              </a:ext>
            </a:extLst>
          </p:cNvPr>
          <p:cNvSpPr txBox="1"/>
          <p:nvPr/>
        </p:nvSpPr>
        <p:spPr>
          <a:xfrm>
            <a:off x="5385438" y="5619682"/>
            <a:ext cx="1474562" cy="408623"/>
          </a:xfrm>
          <a:prstGeom prst="roundRect">
            <a:avLst/>
          </a:prstGeom>
          <a:solidFill>
            <a:schemeClr val="tx1">
              <a:alpha val="47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Scan Here !</a:t>
            </a:r>
            <a:endParaRPr lang="en-ID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26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84873205-B17C-4B5A-9DB7-34E0D7D2FB22}"/>
              </a:ext>
            </a:extLst>
          </p:cNvPr>
          <p:cNvSpPr/>
          <p:nvPr/>
        </p:nvSpPr>
        <p:spPr>
          <a:xfrm>
            <a:off x="-8896" y="-11660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hlinkClick r:id="rId15" action="ppaction://hlinksldjump"/>
            <a:extLst>
              <a:ext uri="{FF2B5EF4-FFF2-40B4-BE49-F238E27FC236}">
                <a16:creationId xmlns:a16="http://schemas.microsoft.com/office/drawing/2014/main" id="{DDE257FD-02E6-441A-9B45-B83DEC08261D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hlinkClick r:id="rId15" action="ppaction://hlinksldjump"/>
            <a:extLst>
              <a:ext uri="{FF2B5EF4-FFF2-40B4-BE49-F238E27FC236}">
                <a16:creationId xmlns:a16="http://schemas.microsoft.com/office/drawing/2014/main" id="{10907689-4A7B-4C79-B0C2-03811F8A416D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hlinkClick r:id="rId15" action="ppaction://hlinksldjump"/>
            <a:extLst>
              <a:ext uri="{FF2B5EF4-FFF2-40B4-BE49-F238E27FC236}">
                <a16:creationId xmlns:a16="http://schemas.microsoft.com/office/drawing/2014/main" id="{195167B3-F4FE-478D-A92C-B36800D3FA36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hlinkClick r:id="rId15" action="ppaction://hlinksldjump"/>
            <a:extLst>
              <a:ext uri="{FF2B5EF4-FFF2-40B4-BE49-F238E27FC236}">
                <a16:creationId xmlns:a16="http://schemas.microsoft.com/office/drawing/2014/main" id="{069B6F8A-9678-4AC2-B94B-2D3958EFFC10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hlinkClick r:id="rId15" action="ppaction://hlinksldjump"/>
            <a:extLst>
              <a:ext uri="{FF2B5EF4-FFF2-40B4-BE49-F238E27FC236}">
                <a16:creationId xmlns:a16="http://schemas.microsoft.com/office/drawing/2014/main" id="{4769F332-6C8F-4865-A415-ECCABD2B829D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Rectangle 51">
            <a:hlinkClick r:id="rId15" action="ppaction://hlinksldjump"/>
            <a:extLst>
              <a:ext uri="{FF2B5EF4-FFF2-40B4-BE49-F238E27FC236}">
                <a16:creationId xmlns:a16="http://schemas.microsoft.com/office/drawing/2014/main" id="{A6E3ABE4-AD5C-441B-835D-347253FFBDD6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15" action="ppaction://hlinksldjump"/>
            <a:extLst>
              <a:ext uri="{FF2B5EF4-FFF2-40B4-BE49-F238E27FC236}">
                <a16:creationId xmlns:a16="http://schemas.microsoft.com/office/drawing/2014/main" id="{181EC19B-7852-42E2-8353-75922E987A9C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hlinkClick r:id="rId15" action="ppaction://hlinksldjump"/>
            <a:extLst>
              <a:ext uri="{FF2B5EF4-FFF2-40B4-BE49-F238E27FC236}">
                <a16:creationId xmlns:a16="http://schemas.microsoft.com/office/drawing/2014/main" id="{1B890B6F-B60A-49CC-891F-BABBA397B784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hlinkClick r:id="rId15" action="ppaction://hlinksldjump"/>
            <a:extLst>
              <a:ext uri="{FF2B5EF4-FFF2-40B4-BE49-F238E27FC236}">
                <a16:creationId xmlns:a16="http://schemas.microsoft.com/office/drawing/2014/main" id="{000780FD-314D-4FE9-8A92-5BB36D6AC5A6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Rectangle 55">
            <a:hlinkClick r:id="rId15" action="ppaction://hlinksldjump"/>
            <a:extLst>
              <a:ext uri="{FF2B5EF4-FFF2-40B4-BE49-F238E27FC236}">
                <a16:creationId xmlns:a16="http://schemas.microsoft.com/office/drawing/2014/main" id="{05FA5B1E-FEBB-44F6-AA52-F73D9CC5255E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Cylinder 56">
            <a:hlinkClick r:id="rId2" action="ppaction://hlinksldjump"/>
            <a:extLst>
              <a:ext uri="{FF2B5EF4-FFF2-40B4-BE49-F238E27FC236}">
                <a16:creationId xmlns:a16="http://schemas.microsoft.com/office/drawing/2014/main" id="{DCEED578-F82E-43B0-B81A-A3DD6E52884A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Rectangle 57">
            <a:hlinkClick r:id="rId2" action="ppaction://hlinksldjump"/>
            <a:extLst>
              <a:ext uri="{FF2B5EF4-FFF2-40B4-BE49-F238E27FC236}">
                <a16:creationId xmlns:a16="http://schemas.microsoft.com/office/drawing/2014/main" id="{DA8325D1-16FC-4591-A12C-3913E682ED3C}"/>
              </a:ext>
            </a:extLst>
          </p:cNvPr>
          <p:cNvSpPr/>
          <p:nvPr/>
        </p:nvSpPr>
        <p:spPr>
          <a:xfrm>
            <a:off x="-8480" y="13991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9" name="Hamburger">
            <a:extLst>
              <a:ext uri="{FF2B5EF4-FFF2-40B4-BE49-F238E27FC236}">
                <a16:creationId xmlns:a16="http://schemas.microsoft.com/office/drawing/2014/main" id="{2BCC63FC-5C44-4D40-B601-75C5166C531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15" descr="Close">
            <a:extLst>
              <a:ext uri="{FF2B5EF4-FFF2-40B4-BE49-F238E27FC236}">
                <a16:creationId xmlns:a16="http://schemas.microsoft.com/office/drawing/2014/main" id="{5836F20D-FC90-4072-9C02-920159C5521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1" name="Picture 67" descr="House">
            <a:hlinkClick r:id="rId19" action="ppaction://hlinksldjump"/>
            <a:extLst>
              <a:ext uri="{FF2B5EF4-FFF2-40B4-BE49-F238E27FC236}">
                <a16:creationId xmlns:a16="http://schemas.microsoft.com/office/drawing/2014/main" id="{9BA49F8E-08AE-47A4-AF6E-D465272F8F8B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2" name="Arrow: Right 65">
            <a:hlinkClick r:id="rId22" action="ppaction://hlinksldjump"/>
            <a:extLst>
              <a:ext uri="{FF2B5EF4-FFF2-40B4-BE49-F238E27FC236}">
                <a16:creationId xmlns:a16="http://schemas.microsoft.com/office/drawing/2014/main" id="{B95648E0-A70D-40C7-850E-18DFC311203E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3" name="Arrow: Down 66">
            <a:hlinkClick r:id="rId2" action="ppaction://hlinksldjump"/>
            <a:extLst>
              <a:ext uri="{FF2B5EF4-FFF2-40B4-BE49-F238E27FC236}">
                <a16:creationId xmlns:a16="http://schemas.microsoft.com/office/drawing/2014/main" id="{B73725A1-0542-45D6-8FB7-5EDA59805B11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rgbClr val="FF2435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4" name="Arrow: Right 68">
            <a:hlinkClick r:id="rId23" action="ppaction://hlinksldjump"/>
            <a:extLst>
              <a:ext uri="{FF2B5EF4-FFF2-40B4-BE49-F238E27FC236}">
                <a16:creationId xmlns:a16="http://schemas.microsoft.com/office/drawing/2014/main" id="{5D045FD7-AF8E-4FC9-8BCF-BFE6CE3B46A8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5" name="Arrow: Left 69">
            <a:hlinkClick r:id="rId24" action="ppaction://hlinksldjump"/>
            <a:extLst>
              <a:ext uri="{FF2B5EF4-FFF2-40B4-BE49-F238E27FC236}">
                <a16:creationId xmlns:a16="http://schemas.microsoft.com/office/drawing/2014/main" id="{D9DB0838-2B72-49C6-8CBF-498654B44FE5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6" name="Arrow: Left-Right 64">
            <a:hlinkClick r:id="rId25" action="ppaction://hlinksldjump"/>
            <a:extLst>
              <a:ext uri="{FF2B5EF4-FFF2-40B4-BE49-F238E27FC236}">
                <a16:creationId xmlns:a16="http://schemas.microsoft.com/office/drawing/2014/main" id="{1BAC6920-BB10-41EF-A7BC-2D02F3B255B2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67" name="Graphic 66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F4EBB735-B49D-4503-8EB7-2A9F25840D12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8" name="TextBox 67">
            <a:hlinkClick r:id="rId2" action="ppaction://hlinksldjump"/>
            <a:extLst>
              <a:ext uri="{FF2B5EF4-FFF2-40B4-BE49-F238E27FC236}">
                <a16:creationId xmlns:a16="http://schemas.microsoft.com/office/drawing/2014/main" id="{D5C54000-F75F-4704-960B-41FDC8EB10FB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9" name="TextBox 68">
            <a:hlinkClick r:id="rId2" action="ppaction://hlinksldjump"/>
            <a:extLst>
              <a:ext uri="{FF2B5EF4-FFF2-40B4-BE49-F238E27FC236}">
                <a16:creationId xmlns:a16="http://schemas.microsoft.com/office/drawing/2014/main" id="{7EC37404-001A-41EB-9743-D03808FAB7CA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70" name="Arrow: Right 69">
            <a:hlinkClick r:id="rId25" action="ppaction://hlinksldjump"/>
            <a:extLst>
              <a:ext uri="{FF2B5EF4-FFF2-40B4-BE49-F238E27FC236}">
                <a16:creationId xmlns:a16="http://schemas.microsoft.com/office/drawing/2014/main" id="{B3733EB9-32F9-4D10-A59B-12A4F2428A36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1" name="Arrow: Left 70">
            <a:hlinkClick r:id="rId22" action="ppaction://hlinksldjump"/>
            <a:extLst>
              <a:ext uri="{FF2B5EF4-FFF2-40B4-BE49-F238E27FC236}">
                <a16:creationId xmlns:a16="http://schemas.microsoft.com/office/drawing/2014/main" id="{44FC8436-4041-4BA4-B5CF-4324B3507D7F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2" name="Arrow: Right 71">
            <a:hlinkClick r:id="rId24" action="ppaction://hlinksldjump"/>
            <a:extLst>
              <a:ext uri="{FF2B5EF4-FFF2-40B4-BE49-F238E27FC236}">
                <a16:creationId xmlns:a16="http://schemas.microsoft.com/office/drawing/2014/main" id="{9E85F9EC-1174-4878-B4AC-36C6DB236F08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Right 72">
            <a:hlinkClick r:id="rId23" action="ppaction://hlinksldjump"/>
            <a:extLst>
              <a:ext uri="{FF2B5EF4-FFF2-40B4-BE49-F238E27FC236}">
                <a16:creationId xmlns:a16="http://schemas.microsoft.com/office/drawing/2014/main" id="{7A374571-A6DC-47B4-B49C-8F21C592809B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4" name="Arrow: U-Turn 73">
            <a:hlinkClick r:id="rId2" action="ppaction://hlinksldjump"/>
            <a:extLst>
              <a:ext uri="{FF2B5EF4-FFF2-40B4-BE49-F238E27FC236}">
                <a16:creationId xmlns:a16="http://schemas.microsoft.com/office/drawing/2014/main" id="{D95614AB-44B2-466D-A332-7EA7A9FB2B53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AutoShape 2" descr="blob:https://web.whatsapp.com/aad1ebe4-d4c0-4526-ba4d-11376a686e71">
            <a:extLst>
              <a:ext uri="{FF2B5EF4-FFF2-40B4-BE49-F238E27FC236}">
                <a16:creationId xmlns:a16="http://schemas.microsoft.com/office/drawing/2014/main" id="{9A1C2BD7-4472-443F-8FC9-29C3F85FDA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44" name="Picture 43">
            <a:hlinkClick r:id="rId15" action="ppaction://hlinksldjump"/>
            <a:extLst>
              <a:ext uri="{FF2B5EF4-FFF2-40B4-BE49-F238E27FC236}">
                <a16:creationId xmlns:a16="http://schemas.microsoft.com/office/drawing/2014/main" id="{27595D7E-97B9-41FB-869C-6CF16E30821E}"/>
              </a:ext>
            </a:extLst>
          </p:cNvPr>
          <p:cNvPicPr>
            <a:picLocks noChangeAspect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8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5" presetClass="emph" presetSubtype="0" repeatCount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3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3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2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2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5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9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5" grpId="0" animBg="1"/>
      <p:bldP spid="6" grpId="0" build="allAtOnce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E5BB001-5EEE-4124-9324-036F12BE6553}"/>
              </a:ext>
            </a:extLst>
          </p:cNvPr>
          <p:cNvSpPr/>
          <p:nvPr/>
        </p:nvSpPr>
        <p:spPr>
          <a:xfrm>
            <a:off x="0" y="0"/>
            <a:ext cx="12192000" cy="6844009"/>
          </a:xfrm>
          <a:prstGeom prst="rect">
            <a:avLst/>
          </a:prstGeom>
          <a:solidFill>
            <a:srgbClr val="00C3FE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157E386F-FF43-4E86-9447-B90E8F96D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29" y="2425376"/>
            <a:ext cx="11083489" cy="4145639"/>
          </a:xfrm>
          <a:prstGeom prst="rect">
            <a:avLst/>
          </a:prstGeom>
        </p:spPr>
      </p:pic>
      <p:sp>
        <p:nvSpPr>
          <p:cNvPr id="33" name="Rectangle 32">
            <a:hlinkClick r:id="rId2" action="ppaction://hlinksldjump"/>
            <a:extLst>
              <a:ext uri="{FF2B5EF4-FFF2-40B4-BE49-F238E27FC236}">
                <a16:creationId xmlns:a16="http://schemas.microsoft.com/office/drawing/2014/main" id="{1DC9E6FF-DB95-4751-8794-B58FFAD0D73D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3199CF8E-4005-468D-8CC5-7E91DC8A136B}"/>
              </a:ext>
            </a:extLst>
          </p:cNvPr>
          <p:cNvSpPr/>
          <p:nvPr/>
        </p:nvSpPr>
        <p:spPr>
          <a:xfrm rot="5400000">
            <a:off x="6201909" y="329020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Arrow: Left-Right 64">
            <a:hlinkClick r:id="rId4" action="ppaction://hlinksldjump"/>
            <a:extLst>
              <a:ext uri="{FF2B5EF4-FFF2-40B4-BE49-F238E27FC236}">
                <a16:creationId xmlns:a16="http://schemas.microsoft.com/office/drawing/2014/main" id="{FD787569-784A-4529-B099-1455199F4012}"/>
              </a:ext>
            </a:extLst>
          </p:cNvPr>
          <p:cNvSpPr/>
          <p:nvPr/>
        </p:nvSpPr>
        <p:spPr>
          <a:xfrm>
            <a:off x="3972128" y="856384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8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  </a:t>
            </a:r>
            <a:r>
              <a:rPr lang="en-US" sz="28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Journey</a:t>
            </a:r>
            <a:endParaRPr lang="en-ID" sz="28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36" name="Picture 35">
            <a:hlinkClick r:id="rId2" action="ppaction://hlinksldjump"/>
            <a:extLst>
              <a:ext uri="{FF2B5EF4-FFF2-40B4-BE49-F238E27FC236}">
                <a16:creationId xmlns:a16="http://schemas.microsoft.com/office/drawing/2014/main" id="{A4BB7A8E-54D3-471D-A186-E46EF5ED2A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581" y="810118"/>
            <a:ext cx="1423146" cy="996202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130" name="Picture 129">
            <a:hlinkClick r:id="rId2" action="ppaction://hlinksldjump"/>
            <a:extLst>
              <a:ext uri="{FF2B5EF4-FFF2-40B4-BE49-F238E27FC236}">
                <a16:creationId xmlns:a16="http://schemas.microsoft.com/office/drawing/2014/main" id="{4755668F-8AE3-41E0-AF69-6C1C179952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2512771" y="2778393"/>
            <a:ext cx="384621" cy="1307071"/>
          </a:xfrm>
          <a:prstGeom prst="rect">
            <a:avLst/>
          </a:prstGeom>
        </p:spPr>
      </p:pic>
      <p:pic>
        <p:nvPicPr>
          <p:cNvPr id="131" name="Picture 130">
            <a:hlinkClick r:id="rId2" action="ppaction://hlinksldjump"/>
            <a:extLst>
              <a:ext uri="{FF2B5EF4-FFF2-40B4-BE49-F238E27FC236}">
                <a16:creationId xmlns:a16="http://schemas.microsoft.com/office/drawing/2014/main" id="{D4D3DBCC-23F5-4648-9A8A-E491A47C78B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4867926" y="2667724"/>
            <a:ext cx="216890" cy="737066"/>
          </a:xfrm>
          <a:prstGeom prst="rect">
            <a:avLst/>
          </a:prstGeom>
        </p:spPr>
      </p:pic>
      <p:pic>
        <p:nvPicPr>
          <p:cNvPr id="132" name="Picture 131">
            <a:hlinkClick r:id="rId2" action="ppaction://hlinksldjump"/>
            <a:extLst>
              <a:ext uri="{FF2B5EF4-FFF2-40B4-BE49-F238E27FC236}">
                <a16:creationId xmlns:a16="http://schemas.microsoft.com/office/drawing/2014/main" id="{70321401-B713-42AA-8973-64BAFA57668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722087" y="2659878"/>
            <a:ext cx="216890" cy="737066"/>
          </a:xfrm>
          <a:prstGeom prst="rect">
            <a:avLst/>
          </a:prstGeom>
        </p:spPr>
      </p:pic>
      <p:sp>
        <p:nvSpPr>
          <p:cNvPr id="133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C1531471-161B-49FA-81BD-C700E4851218}"/>
              </a:ext>
            </a:extLst>
          </p:cNvPr>
          <p:cNvSpPr/>
          <p:nvPr/>
        </p:nvSpPr>
        <p:spPr>
          <a:xfrm>
            <a:off x="2134402" y="2549093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tx1"/>
                </a:solidFill>
                <a:latin typeface="Impact" pitchFamily="34" charset="0"/>
              </a:rPr>
              <a:t>CHO </a:t>
            </a:r>
            <a:r>
              <a:rPr lang="en-US" sz="1100" b="1" kern="1200" dirty="0" err="1">
                <a:solidFill>
                  <a:schemeClr val="tx1"/>
                </a:solidFill>
                <a:latin typeface="Impact" pitchFamily="34" charset="0"/>
              </a:rPr>
              <a:t>melakuka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pengecekan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status NGRS</a:t>
            </a:r>
            <a:endParaRPr lang="en-ID" sz="1100" b="1" kern="1200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134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43494348-7298-4179-B171-38233FD677E5}"/>
              </a:ext>
            </a:extLst>
          </p:cNvPr>
          <p:cNvSpPr/>
          <p:nvPr/>
        </p:nvSpPr>
        <p:spPr>
          <a:xfrm>
            <a:off x="4608138" y="2187659"/>
            <a:ext cx="1584102" cy="799116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Ada </a:t>
            </a: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Transaksi</a:t>
            </a:r>
            <a:endParaRPr lang="en-US" sz="11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endParaRPr lang="en-US" sz="11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10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Tidak</a:t>
            </a:r>
            <a:r>
              <a:rPr lang="en-US" sz="1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0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ada</a:t>
            </a:r>
            <a:r>
              <a:rPr lang="en-US" sz="1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0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Transaksi</a:t>
            </a:r>
            <a:endParaRPr lang="en-ID" sz="1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135" name="Arrow: Right 134">
            <a:hlinkClick r:id="rId2" action="ppaction://hlinksldjump"/>
            <a:extLst>
              <a:ext uri="{FF2B5EF4-FFF2-40B4-BE49-F238E27FC236}">
                <a16:creationId xmlns:a16="http://schemas.microsoft.com/office/drawing/2014/main" id="{9E385E35-7EE0-475A-A3B9-3EA5B33C00C5}"/>
              </a:ext>
            </a:extLst>
          </p:cNvPr>
          <p:cNvSpPr/>
          <p:nvPr/>
        </p:nvSpPr>
        <p:spPr>
          <a:xfrm>
            <a:off x="5849899" y="2309318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6" name="Arrow: Bent 135">
            <a:hlinkClick r:id="rId2" action="ppaction://hlinksldjump"/>
            <a:extLst>
              <a:ext uri="{FF2B5EF4-FFF2-40B4-BE49-F238E27FC236}">
                <a16:creationId xmlns:a16="http://schemas.microsoft.com/office/drawing/2014/main" id="{7DF9E563-527F-4B58-8B27-AAC96D2AFCCA}"/>
              </a:ext>
            </a:extLst>
          </p:cNvPr>
          <p:cNvSpPr/>
          <p:nvPr/>
        </p:nvSpPr>
        <p:spPr>
          <a:xfrm rot="5400000">
            <a:off x="5840901" y="2672074"/>
            <a:ext cx="252630" cy="228239"/>
          </a:xfrm>
          <a:prstGeom prst="bentArrow">
            <a:avLst>
              <a:gd name="adj1" fmla="val 39999"/>
              <a:gd name="adj2" fmla="val 45998"/>
              <a:gd name="adj3" fmla="val 32500"/>
              <a:gd name="adj4" fmla="val 437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37" name="Rectangle 136">
            <a:hlinkClick r:id="rId2" action="ppaction://hlinksldjump"/>
            <a:extLst>
              <a:ext uri="{FF2B5EF4-FFF2-40B4-BE49-F238E27FC236}">
                <a16:creationId xmlns:a16="http://schemas.microsoft.com/office/drawing/2014/main" id="{25C54BB1-4105-4BBF-91F1-501DDE628491}"/>
              </a:ext>
            </a:extLst>
          </p:cNvPr>
          <p:cNvSpPr/>
          <p:nvPr/>
        </p:nvSpPr>
        <p:spPr>
          <a:xfrm>
            <a:off x="4608138" y="2577866"/>
            <a:ext cx="158410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39" name="Picture 138">
            <a:hlinkClick r:id="rId2" action="ppaction://hlinksldjump"/>
            <a:extLst>
              <a:ext uri="{FF2B5EF4-FFF2-40B4-BE49-F238E27FC236}">
                <a16:creationId xmlns:a16="http://schemas.microsoft.com/office/drawing/2014/main" id="{CE23F139-63C3-47AA-93EC-7CB0F1C641A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3974681" y="4265575"/>
            <a:ext cx="384621" cy="1307071"/>
          </a:xfrm>
          <a:prstGeom prst="rect">
            <a:avLst/>
          </a:prstGeom>
        </p:spPr>
      </p:pic>
      <p:pic>
        <p:nvPicPr>
          <p:cNvPr id="162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12C547B6-F82B-487E-BCE2-9D5DAE14381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932" y="3141173"/>
            <a:ext cx="861036" cy="861036"/>
          </a:xfrm>
          <a:prstGeom prst="rect">
            <a:avLst/>
          </a:prstGeom>
        </p:spPr>
      </p:pic>
      <p:sp>
        <p:nvSpPr>
          <p:cNvPr id="140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9157A722-699C-48C9-BF67-E88CEE29CB5E}"/>
              </a:ext>
            </a:extLst>
          </p:cNvPr>
          <p:cNvSpPr/>
          <p:nvPr/>
        </p:nvSpPr>
        <p:spPr>
          <a:xfrm>
            <a:off x="3596312" y="4036275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untuk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case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akan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dikoordinaskan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ke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IT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76" name="Picture 75">
            <a:hlinkClick r:id="rId2" action="ppaction://hlinksldjump"/>
            <a:extLst>
              <a:ext uri="{FF2B5EF4-FFF2-40B4-BE49-F238E27FC236}">
                <a16:creationId xmlns:a16="http://schemas.microsoft.com/office/drawing/2014/main" id="{4E3A07A1-8A88-4BF7-8021-4D59961A07C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5414397" y="3486670"/>
            <a:ext cx="511879" cy="565766"/>
          </a:xfrm>
          <a:prstGeom prst="rect">
            <a:avLst/>
          </a:prstGeom>
        </p:spPr>
      </p:pic>
      <p:pic>
        <p:nvPicPr>
          <p:cNvPr id="145" name="Picture 144">
            <a:hlinkClick r:id="rId2" action="ppaction://hlinksldjump"/>
            <a:extLst>
              <a:ext uri="{FF2B5EF4-FFF2-40B4-BE49-F238E27FC236}">
                <a16:creationId xmlns:a16="http://schemas.microsoft.com/office/drawing/2014/main" id="{55B41CA7-D647-4267-8E16-01DD2ECD96C9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7832362" y="4852156"/>
            <a:ext cx="225027" cy="764717"/>
          </a:xfrm>
          <a:prstGeom prst="rect">
            <a:avLst/>
          </a:prstGeom>
        </p:spPr>
      </p:pic>
      <p:sp>
        <p:nvSpPr>
          <p:cNvPr id="146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1D06755D-6D33-4163-9CCA-7BA9954119EE}"/>
              </a:ext>
            </a:extLst>
          </p:cNvPr>
          <p:cNvSpPr/>
          <p:nvPr/>
        </p:nvSpPr>
        <p:spPr>
          <a:xfrm>
            <a:off x="7500901" y="4817374"/>
            <a:ext cx="887951" cy="417141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IT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melakukan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Pengecekan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Status NGRS</a:t>
            </a:r>
            <a:endParaRPr lang="en-ID" sz="9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147" name="Picture 146">
            <a:hlinkClick r:id="rId2" action="ppaction://hlinksldjump"/>
            <a:extLst>
              <a:ext uri="{FF2B5EF4-FFF2-40B4-BE49-F238E27FC236}">
                <a16:creationId xmlns:a16="http://schemas.microsoft.com/office/drawing/2014/main" id="{50379D2D-FBA3-4290-9A18-ACB939617FD3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715053" y="5419843"/>
            <a:ext cx="246984" cy="839335"/>
          </a:xfrm>
          <a:prstGeom prst="rect">
            <a:avLst/>
          </a:prstGeom>
        </p:spPr>
      </p:pic>
      <p:sp>
        <p:nvSpPr>
          <p:cNvPr id="148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85CE75E8-9240-4AB0-BB93-36D6221687EC}"/>
              </a:ext>
            </a:extLst>
          </p:cNvPr>
          <p:cNvSpPr/>
          <p:nvPr/>
        </p:nvSpPr>
        <p:spPr>
          <a:xfrm>
            <a:off x="6477249" y="5182578"/>
            <a:ext cx="740481" cy="457844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  <a:prstDash val="sysDash"/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Laporan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Koordinasi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IT</a:t>
            </a:r>
            <a:endParaRPr lang="en-ID" sz="9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149" name="Picture 148">
            <a:hlinkClick r:id="rId2" action="ppaction://hlinksldjump"/>
            <a:extLst>
              <a:ext uri="{FF2B5EF4-FFF2-40B4-BE49-F238E27FC236}">
                <a16:creationId xmlns:a16="http://schemas.microsoft.com/office/drawing/2014/main" id="{0E520332-6981-4EE3-9A36-ED3BBAF7382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8774770" y="2786754"/>
            <a:ext cx="384621" cy="1307071"/>
          </a:xfrm>
          <a:prstGeom prst="rect">
            <a:avLst/>
          </a:prstGeom>
        </p:spPr>
      </p:pic>
      <p:sp>
        <p:nvSpPr>
          <p:cNvPr id="150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B2C186C1-1DC5-43BA-A1F3-DAC3A9D87179}"/>
              </a:ext>
            </a:extLst>
          </p:cNvPr>
          <p:cNvSpPr/>
          <p:nvPr/>
        </p:nvSpPr>
        <p:spPr>
          <a:xfrm>
            <a:off x="8396401" y="2557454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untuk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hasil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pengecekan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status NGRS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51" name="Picture 150">
            <a:hlinkClick r:id="rId2" action="ppaction://hlinksldjump"/>
            <a:extLst>
              <a:ext uri="{FF2B5EF4-FFF2-40B4-BE49-F238E27FC236}">
                <a16:creationId xmlns:a16="http://schemas.microsoft.com/office/drawing/2014/main" id="{F0EF301D-B610-4DB4-AFD5-1BAF668DA8B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10661074" y="2674488"/>
            <a:ext cx="216890" cy="737066"/>
          </a:xfrm>
          <a:prstGeom prst="rect">
            <a:avLst/>
          </a:prstGeom>
        </p:spPr>
      </p:pic>
      <p:sp>
        <p:nvSpPr>
          <p:cNvPr id="152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2340526B-87D1-4C22-BA49-66A5EE70D9D2}"/>
              </a:ext>
            </a:extLst>
          </p:cNvPr>
          <p:cNvSpPr/>
          <p:nvPr/>
        </p:nvSpPr>
        <p:spPr>
          <a:xfrm>
            <a:off x="10214365" y="2434705"/>
            <a:ext cx="1107424" cy="601552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Closed</a:t>
            </a:r>
            <a:endParaRPr lang="en-ID" sz="1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154" name="Picture 153">
            <a:hlinkClick r:id="rId2" action="ppaction://hlinksldjump"/>
            <a:extLst>
              <a:ext uri="{FF2B5EF4-FFF2-40B4-BE49-F238E27FC236}">
                <a16:creationId xmlns:a16="http://schemas.microsoft.com/office/drawing/2014/main" id="{76CCE7C2-E46E-49B3-9EB3-FBA3A1DAC1E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96179" y="2655683"/>
            <a:ext cx="216890" cy="737066"/>
          </a:xfrm>
          <a:prstGeom prst="rect">
            <a:avLst/>
          </a:prstGeom>
        </p:spPr>
      </p:pic>
      <p:pic>
        <p:nvPicPr>
          <p:cNvPr id="16" name="Picture 15">
            <a:hlinkClick r:id="rId2" action="ppaction://hlinksldjump"/>
            <a:extLst>
              <a:ext uri="{FF2B5EF4-FFF2-40B4-BE49-F238E27FC236}">
                <a16:creationId xmlns:a16="http://schemas.microsoft.com/office/drawing/2014/main" id="{6511E02E-4603-4688-9D0B-2C31BD308E4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" y="3024216"/>
            <a:ext cx="647020" cy="566269"/>
          </a:xfrm>
          <a:prstGeom prst="rect">
            <a:avLst/>
          </a:prstGeom>
        </p:spPr>
      </p:pic>
      <p:sp>
        <p:nvSpPr>
          <p:cNvPr id="155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568B55D6-A89A-4479-8017-EC2D502A9B22}"/>
              </a:ext>
            </a:extLst>
          </p:cNvPr>
          <p:cNvSpPr/>
          <p:nvPr/>
        </p:nvSpPr>
        <p:spPr>
          <a:xfrm>
            <a:off x="195450" y="2497988"/>
            <a:ext cx="1061443" cy="519463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lvl="0" defTabSz="844550">
              <a:spcBef>
                <a:spcPct val="0"/>
              </a:spcBef>
            </a:pPr>
            <a:r>
              <a:rPr lang="en-ID" sz="1050" dirty="0">
                <a:latin typeface="Impact" panose="020B0806030902050204" pitchFamily="34" charset="0"/>
              </a:rPr>
              <a:t>Agent 357 </a:t>
            </a:r>
            <a:r>
              <a:rPr lang="en-ID" sz="1050" dirty="0" err="1">
                <a:latin typeface="Impact" panose="020B0806030902050204" pitchFamily="34" charset="0"/>
              </a:rPr>
              <a:t>Membuat</a:t>
            </a:r>
            <a:r>
              <a:rPr lang="en-ID" sz="1050" dirty="0">
                <a:latin typeface="Impact" panose="020B0806030902050204" pitchFamily="34" charset="0"/>
              </a:rPr>
              <a:t> </a:t>
            </a:r>
          </a:p>
          <a:p>
            <a:pPr lvl="0" defTabSz="844550">
              <a:spcBef>
                <a:spcPct val="0"/>
              </a:spcBef>
            </a:pPr>
            <a:r>
              <a:rPr lang="en-ID" sz="1050" dirty="0">
                <a:latin typeface="Impact" panose="020B0806030902050204" pitchFamily="34" charset="0"/>
              </a:rPr>
              <a:t>Case</a:t>
            </a:r>
            <a:endParaRPr lang="en-ID" sz="9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156" name="Arrow: Right 155">
            <a:hlinkClick r:id="rId2" action="ppaction://hlinksldjump"/>
            <a:extLst>
              <a:ext uri="{FF2B5EF4-FFF2-40B4-BE49-F238E27FC236}">
                <a16:creationId xmlns:a16="http://schemas.microsoft.com/office/drawing/2014/main" id="{155DB6C6-4571-4014-8F6F-FFED421DDA31}"/>
              </a:ext>
            </a:extLst>
          </p:cNvPr>
          <p:cNvSpPr/>
          <p:nvPr/>
        </p:nvSpPr>
        <p:spPr>
          <a:xfrm>
            <a:off x="955712" y="2628899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4" name="Picture 13">
            <a:hlinkClick r:id="rId2" action="ppaction://hlinksldjump"/>
            <a:extLst>
              <a:ext uri="{FF2B5EF4-FFF2-40B4-BE49-F238E27FC236}">
                <a16:creationId xmlns:a16="http://schemas.microsoft.com/office/drawing/2014/main" id="{CAF0F401-A8B8-48BF-ACC1-BD7D937E8AE4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453" t="10819" r="14553" b="10819"/>
          <a:stretch/>
        </p:blipFill>
        <p:spPr>
          <a:xfrm rot="18967821">
            <a:off x="271065" y="3177287"/>
            <a:ext cx="481370" cy="500153"/>
          </a:xfrm>
          <a:prstGeom prst="rect">
            <a:avLst/>
          </a:prstGeom>
        </p:spPr>
      </p:pic>
      <p:pic>
        <p:nvPicPr>
          <p:cNvPr id="18" name="Picture 17">
            <a:hlinkClick r:id="rId2" action="ppaction://hlinksldjump"/>
            <a:extLst>
              <a:ext uri="{FF2B5EF4-FFF2-40B4-BE49-F238E27FC236}">
                <a16:creationId xmlns:a16="http://schemas.microsoft.com/office/drawing/2014/main" id="{37BBBC09-0EA1-493D-95BF-EF5D3F6EEC4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5000" b="97885" l="10000" r="90000">
                        <a14:foregroundMark x1="41556" y1="12500" x2="52778" y2="16538"/>
                        <a14:foregroundMark x1="49444" y1="5192" x2="49444" y2="5192"/>
                        <a14:foregroundMark x1="32889" y1="32692" x2="51333" y2="32115"/>
                        <a14:foregroundMark x1="51333" y1="32115" x2="58778" y2="32115"/>
                        <a14:foregroundMark x1="29000" y1="25769" x2="48222" y2="33269"/>
                        <a14:foregroundMark x1="48222" y1="33269" x2="63667" y2="30385"/>
                        <a14:foregroundMark x1="63667" y1="30385" x2="70000" y2="82500"/>
                        <a14:foregroundMark x1="70000" y1="82500" x2="37000" y2="88654"/>
                        <a14:foregroundMark x1="37000" y1="88654" x2="28667" y2="85769"/>
                        <a14:foregroundMark x1="29667" y1="44038" x2="30333" y2="35962"/>
                        <a14:foregroundMark x1="29000" y1="30962" x2="35111" y2="55577"/>
                        <a14:foregroundMark x1="35111" y1="55577" x2="47222" y2="69808"/>
                        <a14:foregroundMark x1="28333" y1="36538" x2="28333" y2="36538"/>
                        <a14:foregroundMark x1="62333" y1="27885" x2="71889" y2="47308"/>
                        <a14:foregroundMark x1="71889" y1="47308" x2="72222" y2="74423"/>
                        <a14:foregroundMark x1="72222" y1="74423" x2="64333" y2="96346"/>
                        <a14:foregroundMark x1="64333" y1="96346" x2="59333" y2="95769"/>
                        <a14:foregroundMark x1="73000" y1="50192" x2="69778" y2="24808"/>
                        <a14:foregroundMark x1="69778" y1="24808" x2="66667" y2="24038"/>
                        <a14:foregroundMark x1="72889" y1="25769" x2="73111" y2="72308"/>
                        <a14:foregroundMark x1="26111" y1="25769" x2="27778" y2="58269"/>
                        <a14:foregroundMark x1="26556" y1="41731" x2="26889" y2="58269"/>
                        <a14:foregroundMark x1="73889" y1="25577" x2="73889" y2="32308"/>
                        <a14:foregroundMark x1="74222" y1="34615" x2="74111" y2="43269"/>
                        <a14:foregroundMark x1="73778" y1="38462" x2="73667" y2="97885"/>
                        <a14:foregroundMark x1="61000" y1="46923" x2="60667" y2="73654"/>
                        <a14:foregroundMark x1="60667" y1="73654" x2="68222" y2="80000"/>
                        <a14:foregroundMark x1="50000" y1="45769" x2="50556" y2="72115"/>
                        <a14:foregroundMark x1="50556" y1="72115" x2="32222" y2="79038"/>
                        <a14:foregroundMark x1="38000" y1="79231" x2="50000" y2="80192"/>
                        <a14:foregroundMark x1="23333" y1="70192" x2="30000" y2="70192"/>
                        <a14:foregroundMark x1="24778" y1="18077" x2="24000" y2="18077"/>
                        <a14:foregroundMark x1="23889" y1="17885" x2="23889" y2="17885"/>
                        <a14:foregroundMark x1="23667" y1="17885" x2="23111" y2="17885"/>
                        <a14:foregroundMark x1="23556" y1="18077" x2="22667" y2="184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951" y="5270436"/>
            <a:ext cx="577889" cy="284659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6DFCC741-C33A-4DFB-89FB-B992C88F4327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35" y="6548153"/>
            <a:ext cx="385832" cy="329259"/>
          </a:xfrm>
          <a:prstGeom prst="rect">
            <a:avLst/>
          </a:prstGeom>
        </p:spPr>
      </p:pic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424241BF-9127-4546-92CC-4C5FDECC4CA6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1" t="22142" r="22737" b="31099"/>
          <a:stretch/>
        </p:blipFill>
        <p:spPr>
          <a:xfrm>
            <a:off x="3908843" y="2893724"/>
            <a:ext cx="595098" cy="499024"/>
          </a:xfrm>
          <a:prstGeom prst="rect">
            <a:avLst/>
          </a:prstGeom>
        </p:spPr>
      </p:pic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691EDD0-4442-44F6-84A8-0EC0CB4449D6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604533" y="2791751"/>
            <a:ext cx="511879" cy="565766"/>
          </a:xfrm>
          <a:prstGeom prst="rect">
            <a:avLst/>
          </a:prstGeom>
        </p:spPr>
      </p:pic>
      <p:pic>
        <p:nvPicPr>
          <p:cNvPr id="74" name="Picture 73">
            <a:hlinkClick r:id="rId2" action="ppaction://hlinksldjump"/>
            <a:extLst>
              <a:ext uri="{FF2B5EF4-FFF2-40B4-BE49-F238E27FC236}">
                <a16:creationId xmlns:a16="http://schemas.microsoft.com/office/drawing/2014/main" id="{F38ED04C-1CEE-43EA-9272-1148A696F9B6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8396401" y="4182318"/>
            <a:ext cx="511879" cy="565766"/>
          </a:xfrm>
          <a:prstGeom prst="rect">
            <a:avLst/>
          </a:prstGeom>
        </p:spPr>
      </p:pic>
      <p:pic>
        <p:nvPicPr>
          <p:cNvPr id="75" name="Picture 74">
            <a:hlinkClick r:id="rId2" action="ppaction://hlinksldjump"/>
            <a:extLst>
              <a:ext uri="{FF2B5EF4-FFF2-40B4-BE49-F238E27FC236}">
                <a16:creationId xmlns:a16="http://schemas.microsoft.com/office/drawing/2014/main" id="{7F36376D-6E7C-4B4D-9A12-306EA2360A9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9025575" y="4182318"/>
            <a:ext cx="511879" cy="565766"/>
          </a:xfrm>
          <a:prstGeom prst="rect">
            <a:avLst/>
          </a:prstGeom>
        </p:spPr>
      </p:pic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E98E8F83-671B-4AEC-99AF-0D5D23344E1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9048" y="2962676"/>
            <a:ext cx="643975" cy="993811"/>
          </a:xfrm>
          <a:prstGeom prst="rect">
            <a:avLst/>
          </a:prstGeom>
        </p:spPr>
      </p:pic>
      <p:pic>
        <p:nvPicPr>
          <p:cNvPr id="86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1F317812-E385-4250-B346-09B272C070E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31" y="3096078"/>
            <a:ext cx="852210" cy="852210"/>
          </a:xfrm>
          <a:prstGeom prst="rect">
            <a:avLst/>
          </a:prstGeom>
        </p:spPr>
      </p:pic>
      <p:pic>
        <p:nvPicPr>
          <p:cNvPr id="142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CEE4CCC0-376C-436A-A1AA-06C7DCDE962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79" y="3090063"/>
            <a:ext cx="852210" cy="852210"/>
          </a:xfrm>
          <a:prstGeom prst="rect">
            <a:avLst/>
          </a:prstGeom>
        </p:spPr>
      </p:pic>
      <p:pic>
        <p:nvPicPr>
          <p:cNvPr id="6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417DD3F3-D8F5-4B73-B3E5-29892B739D4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613" y="1811200"/>
            <a:ext cx="3627750" cy="21826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3F026DDB-32CC-4D23-8CB5-AA43DFD2A26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60" y="1852032"/>
            <a:ext cx="4950680" cy="21275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363A027D-694C-47F3-A2F9-50D7F28C790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993" y="1850631"/>
            <a:ext cx="4744015" cy="20577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3" name="Picture 82">
            <a:hlinkClick r:id="rId2" action="ppaction://hlinksldjump"/>
            <a:extLst>
              <a:ext uri="{FF2B5EF4-FFF2-40B4-BE49-F238E27FC236}">
                <a16:creationId xmlns:a16="http://schemas.microsoft.com/office/drawing/2014/main" id="{6CDCAC1D-E6B3-47A8-A88A-B9921021F592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710" y="1860770"/>
            <a:ext cx="2743705" cy="20577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hlinkClick r:id="rId2" action="ppaction://hlinksldjump"/>
            <a:extLst>
              <a:ext uri="{FF2B5EF4-FFF2-40B4-BE49-F238E27FC236}">
                <a16:creationId xmlns:a16="http://schemas.microsoft.com/office/drawing/2014/main" id="{FDC09F94-7DD5-4E10-B771-33979588993A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893" y="1880872"/>
            <a:ext cx="2756215" cy="20671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DC5EA123-8123-4619-A666-A0DE700D9D39}"/>
              </a:ext>
            </a:extLst>
          </p:cNvPr>
          <p:cNvSpPr/>
          <p:nvPr/>
        </p:nvSpPr>
        <p:spPr>
          <a:xfrm>
            <a:off x="-1" y="1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hlinkClick r:id="rId2" action="ppaction://hlinksldjump"/>
            <a:extLst>
              <a:ext uri="{FF2B5EF4-FFF2-40B4-BE49-F238E27FC236}">
                <a16:creationId xmlns:a16="http://schemas.microsoft.com/office/drawing/2014/main" id="{6368CFBA-AA7A-43DB-8EAC-BDCB6FD3EFF4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hlinkClick r:id="rId2" action="ppaction://hlinksldjump"/>
            <a:extLst>
              <a:ext uri="{FF2B5EF4-FFF2-40B4-BE49-F238E27FC236}">
                <a16:creationId xmlns:a16="http://schemas.microsoft.com/office/drawing/2014/main" id="{C7E48F49-CA5B-400B-8FE8-9CAEF0AD9CE3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hlinkClick r:id="rId2" action="ppaction://hlinksldjump"/>
            <a:extLst>
              <a:ext uri="{FF2B5EF4-FFF2-40B4-BE49-F238E27FC236}">
                <a16:creationId xmlns:a16="http://schemas.microsoft.com/office/drawing/2014/main" id="{AF4F6EE9-9E43-41C1-99BB-04FCC02A10CE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hlinkClick r:id="rId2" action="ppaction://hlinksldjump"/>
            <a:extLst>
              <a:ext uri="{FF2B5EF4-FFF2-40B4-BE49-F238E27FC236}">
                <a16:creationId xmlns:a16="http://schemas.microsoft.com/office/drawing/2014/main" id="{6077CA7B-5843-4E4E-866A-D2C21B144F68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8EA029A9-0AAC-408D-BE40-F6187CAAE936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D399A74D-CFEA-4EFB-9C3A-573E24BE5249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Rectangle 51">
            <a:hlinkClick r:id="rId2" action="ppaction://hlinksldjump"/>
            <a:extLst>
              <a:ext uri="{FF2B5EF4-FFF2-40B4-BE49-F238E27FC236}">
                <a16:creationId xmlns:a16="http://schemas.microsoft.com/office/drawing/2014/main" id="{9E2EEA41-F9AB-4D65-814C-102D40F5BC8A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2" action="ppaction://hlinksldjump"/>
            <a:extLst>
              <a:ext uri="{FF2B5EF4-FFF2-40B4-BE49-F238E27FC236}">
                <a16:creationId xmlns:a16="http://schemas.microsoft.com/office/drawing/2014/main" id="{74750CA7-0026-4568-A843-342F61FA5239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hlinkClick r:id="rId2" action="ppaction://hlinksldjump"/>
            <a:extLst>
              <a:ext uri="{FF2B5EF4-FFF2-40B4-BE49-F238E27FC236}">
                <a16:creationId xmlns:a16="http://schemas.microsoft.com/office/drawing/2014/main" id="{B67091DF-A5F7-4FEE-A138-1BC19FEB88EB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hlinkClick r:id="rId2" action="ppaction://hlinksldjump"/>
            <a:extLst>
              <a:ext uri="{FF2B5EF4-FFF2-40B4-BE49-F238E27FC236}">
                <a16:creationId xmlns:a16="http://schemas.microsoft.com/office/drawing/2014/main" id="{EEE48954-D768-4E0F-BD81-148399C35EF4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Cylinder 55">
            <a:hlinkClick r:id="rId2" action="ppaction://hlinksldjump"/>
            <a:extLst>
              <a:ext uri="{FF2B5EF4-FFF2-40B4-BE49-F238E27FC236}">
                <a16:creationId xmlns:a16="http://schemas.microsoft.com/office/drawing/2014/main" id="{2F0C37E6-30B8-40AC-88BF-D381BC28B9FF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Rectangle 56">
            <a:hlinkClick r:id="rId2" action="ppaction://hlinksldjump"/>
            <a:extLst>
              <a:ext uri="{FF2B5EF4-FFF2-40B4-BE49-F238E27FC236}">
                <a16:creationId xmlns:a16="http://schemas.microsoft.com/office/drawing/2014/main" id="{D46A8E76-EA37-40D5-9AD1-474B851B6E01}"/>
              </a:ext>
            </a:extLst>
          </p:cNvPr>
          <p:cNvSpPr/>
          <p:nvPr/>
        </p:nvSpPr>
        <p:spPr>
          <a:xfrm>
            <a:off x="-8480" y="4466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8" name="Hamburger">
            <a:extLst>
              <a:ext uri="{FF2B5EF4-FFF2-40B4-BE49-F238E27FC236}">
                <a16:creationId xmlns:a16="http://schemas.microsoft.com/office/drawing/2014/main" id="{1FFE2FB8-010C-40CA-9ADD-A4935509F92B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15" descr="Close">
            <a:extLst>
              <a:ext uri="{FF2B5EF4-FFF2-40B4-BE49-F238E27FC236}">
                <a16:creationId xmlns:a16="http://schemas.microsoft.com/office/drawing/2014/main" id="{39107F38-1C07-4C5C-89EF-90FBCC8FB59F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67" descr="House">
            <a:hlinkClick r:id="rId29" action="ppaction://hlinksldjump"/>
            <a:extLst>
              <a:ext uri="{FF2B5EF4-FFF2-40B4-BE49-F238E27FC236}">
                <a16:creationId xmlns:a16="http://schemas.microsoft.com/office/drawing/2014/main" id="{48BD9BBD-68E9-4071-96DA-47E6F46CB915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1" name="Arrow: Right 65">
            <a:hlinkClick r:id="rId32" action="ppaction://hlinksldjump"/>
            <a:extLst>
              <a:ext uri="{FF2B5EF4-FFF2-40B4-BE49-F238E27FC236}">
                <a16:creationId xmlns:a16="http://schemas.microsoft.com/office/drawing/2014/main" id="{4A9F158E-892F-4B94-92B8-38A36E5FF191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2" name="Arrow: Down 66">
            <a:hlinkClick r:id="rId33" action="ppaction://hlinksldjump"/>
            <a:extLst>
              <a:ext uri="{FF2B5EF4-FFF2-40B4-BE49-F238E27FC236}">
                <a16:creationId xmlns:a16="http://schemas.microsoft.com/office/drawing/2014/main" id="{52E5089D-B98A-4F19-ACDF-DB30C5E8F44E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3" name="Arrow: Right 68">
            <a:hlinkClick r:id="rId34" action="ppaction://hlinksldjump"/>
            <a:extLst>
              <a:ext uri="{FF2B5EF4-FFF2-40B4-BE49-F238E27FC236}">
                <a16:creationId xmlns:a16="http://schemas.microsoft.com/office/drawing/2014/main" id="{5AF63538-F66E-4029-A313-F3C305D8BC70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4" name="Arrow: Left 69">
            <a:hlinkClick r:id="rId35" action="ppaction://hlinksldjump"/>
            <a:extLst>
              <a:ext uri="{FF2B5EF4-FFF2-40B4-BE49-F238E27FC236}">
                <a16:creationId xmlns:a16="http://schemas.microsoft.com/office/drawing/2014/main" id="{EF299BE5-C97D-47E4-86E2-67C4789A404E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5" name="Arrow: Left-Right 64">
            <a:hlinkClick r:id="rId4" action="ppaction://hlinksldjump"/>
            <a:extLst>
              <a:ext uri="{FF2B5EF4-FFF2-40B4-BE49-F238E27FC236}">
                <a16:creationId xmlns:a16="http://schemas.microsoft.com/office/drawing/2014/main" id="{887EE691-06CB-466E-8823-BB261C909A8C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66" name="Graphic 65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4724B0F0-F269-4A1A-8A1F-A45425AF63E1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7" name="TextBox 66">
            <a:hlinkClick r:id="rId2" action="ppaction://hlinksldjump"/>
            <a:extLst>
              <a:ext uri="{FF2B5EF4-FFF2-40B4-BE49-F238E27FC236}">
                <a16:creationId xmlns:a16="http://schemas.microsoft.com/office/drawing/2014/main" id="{2369D397-8F9A-44F8-868F-533F9890CE43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8" name="TextBox 67">
            <a:hlinkClick r:id="rId2" action="ppaction://hlinksldjump"/>
            <a:extLst>
              <a:ext uri="{FF2B5EF4-FFF2-40B4-BE49-F238E27FC236}">
                <a16:creationId xmlns:a16="http://schemas.microsoft.com/office/drawing/2014/main" id="{5C525C43-915E-46C7-88C2-D2BFA6F6E01D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69" name="Arrow: Right 68">
            <a:hlinkClick r:id="rId4" action="ppaction://hlinksldjump"/>
            <a:extLst>
              <a:ext uri="{FF2B5EF4-FFF2-40B4-BE49-F238E27FC236}">
                <a16:creationId xmlns:a16="http://schemas.microsoft.com/office/drawing/2014/main" id="{A3098478-58D7-414D-AD54-315D0B939CF8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0" name="Arrow: Left 69">
            <a:hlinkClick r:id="rId32" action="ppaction://hlinksldjump"/>
            <a:extLst>
              <a:ext uri="{FF2B5EF4-FFF2-40B4-BE49-F238E27FC236}">
                <a16:creationId xmlns:a16="http://schemas.microsoft.com/office/drawing/2014/main" id="{7A2F9687-ACF0-4EE9-9FB8-39BFABC0E6EB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1" name="Arrow: Right 70">
            <a:hlinkClick r:id="rId35" action="ppaction://hlinksldjump"/>
            <a:extLst>
              <a:ext uri="{FF2B5EF4-FFF2-40B4-BE49-F238E27FC236}">
                <a16:creationId xmlns:a16="http://schemas.microsoft.com/office/drawing/2014/main" id="{206C82A0-70C0-43A7-A837-1AD4E57C5EF5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2" name="Arrow: Right 71">
            <a:hlinkClick r:id="rId34" action="ppaction://hlinksldjump"/>
            <a:extLst>
              <a:ext uri="{FF2B5EF4-FFF2-40B4-BE49-F238E27FC236}">
                <a16:creationId xmlns:a16="http://schemas.microsoft.com/office/drawing/2014/main" id="{EED28ACF-90B4-4DE1-902E-78F97B3736A3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U-Turn 72">
            <a:hlinkClick r:id="rId33" action="ppaction://hlinksldjump"/>
            <a:extLst>
              <a:ext uri="{FF2B5EF4-FFF2-40B4-BE49-F238E27FC236}">
                <a16:creationId xmlns:a16="http://schemas.microsoft.com/office/drawing/2014/main" id="{EF7A477D-2220-48FE-B5B5-DB30A481171C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77" name="Picture 76">
            <a:hlinkClick r:id="rId38" action="ppaction://hlinksldjump"/>
            <a:extLst>
              <a:ext uri="{FF2B5EF4-FFF2-40B4-BE49-F238E27FC236}">
                <a16:creationId xmlns:a16="http://schemas.microsoft.com/office/drawing/2014/main" id="{F04A1D37-43B4-4D8A-9496-FF3A92045279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7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5" presetClass="emph" presetSubtype="0" repeatCount="11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023 L 0.10638 0.00115 C 0.10638 0.03472 0.10651 0.06851 0.10664 0.10208 L 0.19037 0.10324 L 0.18868 0.00926 L 0.36667 0.01041 L 0.36667 0.01064 L 0.36667 0.01041 " pathEditMode="relative" rAng="0" ptsTypes="AAAAAAAA">
                                      <p:cBhvr>
                                        <p:cTn id="29" dur="6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59" y="513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5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500"/>
                            </p:stCondLst>
                            <p:childTnLst>
                              <p:par>
                                <p:cTn id="6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500"/>
                            </p:stCondLst>
                            <p:childTnLst>
                              <p:par>
                                <p:cTn id="6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500"/>
                            </p:stCondLst>
                            <p:childTnLst>
                              <p:par>
                                <p:cTn id="7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139 C -0.00104 0.05672 -0.00117 0.11227 -0.00143 0.16759 L -0.08763 0.17014 C -0.0875 0.21922 -0.08724 0.26829 -0.08698 0.31759 L 0.07487 0.32222 L 0.07617 0.41088 L 0.15846 0.41088 L 0.15925 0.31991 L 0.28998 0.32107 C 0.29011 0.24468 0.29037 0.16852 0.29063 0.09213 L 0.33242 0.0875 L 0.33112 -0.00092 L 0.48776 -0.00092 " pathEditMode="relative" rAng="0" ptsTypes="AAAAAAAAAAAAA">
                                      <p:cBhvr>
                                        <p:cTn id="75" dur="10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78" y="20347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3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9500"/>
                            </p:stCondLst>
                            <p:childTnLst>
                              <p:par>
                                <p:cTn id="107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10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2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0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2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6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8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8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9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0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1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2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2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3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4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5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6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8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5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6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7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8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9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0"/>
                  </p:tgtEl>
                </p:cond>
              </p:nextCondLst>
            </p:seq>
            <p:seq concurrent="1" nextAc="seek">
              <p:cTn id="429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133" grpId="0" animBg="1"/>
      <p:bldP spid="133" grpId="1" animBg="1"/>
      <p:bldP spid="133" grpId="2" animBg="1"/>
      <p:bldP spid="134" grpId="0" animBg="1"/>
      <p:bldP spid="135" grpId="0" animBg="1"/>
      <p:bldP spid="135" grpId="1" animBg="1"/>
      <p:bldP spid="135" grpId="2" animBg="1"/>
      <p:bldP spid="135" grpId="3" animBg="1"/>
      <p:bldP spid="136" grpId="0" animBg="1"/>
      <p:bldP spid="136" grpId="1" animBg="1"/>
      <p:bldP spid="137" grpId="0" animBg="1"/>
      <p:bldP spid="140" grpId="1" animBg="1"/>
      <p:bldP spid="140" grpId="2" animBg="1"/>
      <p:bldP spid="140" grpId="3" animBg="1"/>
      <p:bldP spid="146" grpId="0" animBg="1"/>
      <p:bldP spid="148" grpId="0" animBg="1"/>
      <p:bldP spid="148" grpId="1" animBg="1"/>
      <p:bldP spid="148" grpId="2" animBg="1"/>
      <p:bldP spid="150" grpId="0" animBg="1"/>
      <p:bldP spid="150" grpId="1" animBg="1"/>
      <p:bldP spid="150" grpId="2" animBg="1"/>
      <p:bldP spid="152" grpId="0" animBg="1"/>
      <p:bldP spid="155" grpId="0" animBg="1"/>
      <p:bldP spid="155" grpId="1" animBg="1"/>
      <p:bldP spid="156" grpId="0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hlinkClick r:id="rId2" action="ppaction://hlinksldjump"/>
            <a:extLst>
              <a:ext uri="{FF2B5EF4-FFF2-40B4-BE49-F238E27FC236}">
                <a16:creationId xmlns:a16="http://schemas.microsoft.com/office/drawing/2014/main" id="{45461904-34E3-41A7-A3CC-1C38EE97FA24}"/>
              </a:ext>
            </a:extLst>
          </p:cNvPr>
          <p:cNvSpPr/>
          <p:nvPr/>
        </p:nvSpPr>
        <p:spPr>
          <a:xfrm>
            <a:off x="0" y="0"/>
            <a:ext cx="12192000" cy="6844009"/>
          </a:xfrm>
          <a:prstGeom prst="rect">
            <a:avLst/>
          </a:prstGeom>
          <a:solidFill>
            <a:srgbClr val="00C3FE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905224D7-754F-4D46-8EA8-017E996C4D24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 34">
            <a:hlinkClick r:id="rId2" action="ppaction://hlinksldjump"/>
            <a:extLst>
              <a:ext uri="{FF2B5EF4-FFF2-40B4-BE49-F238E27FC236}">
                <a16:creationId xmlns:a16="http://schemas.microsoft.com/office/drawing/2014/main" id="{58AC7084-96BA-4FF1-99FE-2890E5F470C3}"/>
              </a:ext>
            </a:extLst>
          </p:cNvPr>
          <p:cNvSpPr/>
          <p:nvPr/>
        </p:nvSpPr>
        <p:spPr>
          <a:xfrm rot="5400000">
            <a:off x="6201909" y="329020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2BFBBED6-456B-476D-AA42-CC6167B5D833}"/>
              </a:ext>
            </a:extLst>
          </p:cNvPr>
          <p:cNvSpPr/>
          <p:nvPr/>
        </p:nvSpPr>
        <p:spPr>
          <a:xfrm>
            <a:off x="3972128" y="856384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8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 </a:t>
            </a:r>
            <a:r>
              <a:rPr lang="en-US" sz="28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Journey</a:t>
            </a:r>
            <a:endParaRPr lang="en-ID" sz="28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38" name="Picture 37">
            <a:hlinkClick r:id="rId2" action="ppaction://hlinksldjump"/>
            <a:extLst>
              <a:ext uri="{FF2B5EF4-FFF2-40B4-BE49-F238E27FC236}">
                <a16:creationId xmlns:a16="http://schemas.microsoft.com/office/drawing/2014/main" id="{1034BEC8-A7DC-4BF4-90F1-B345B446E7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493" y="810528"/>
            <a:ext cx="1423146" cy="996202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39" name="Picture 38">
            <a:hlinkClick r:id="rId2" action="ppaction://hlinksldjump"/>
            <a:extLst>
              <a:ext uri="{FF2B5EF4-FFF2-40B4-BE49-F238E27FC236}">
                <a16:creationId xmlns:a16="http://schemas.microsoft.com/office/drawing/2014/main" id="{B92F0528-43A2-40A0-A936-C538974CBC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98" y="2447410"/>
            <a:ext cx="11083489" cy="4145639"/>
          </a:xfrm>
          <a:prstGeom prst="rect">
            <a:avLst/>
          </a:prstGeom>
        </p:spPr>
      </p:pic>
      <p:pic>
        <p:nvPicPr>
          <p:cNvPr id="40" name="Picture 39">
            <a:hlinkClick r:id="rId2" action="ppaction://hlinksldjump"/>
            <a:extLst>
              <a:ext uri="{FF2B5EF4-FFF2-40B4-BE49-F238E27FC236}">
                <a16:creationId xmlns:a16="http://schemas.microsoft.com/office/drawing/2014/main" id="{63BD65D9-6F71-4C4C-A743-AE6338EB84B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2534040" y="2800427"/>
            <a:ext cx="384621" cy="1307071"/>
          </a:xfrm>
          <a:prstGeom prst="rect">
            <a:avLst/>
          </a:prstGeom>
        </p:spPr>
      </p:pic>
      <p:pic>
        <p:nvPicPr>
          <p:cNvPr id="41" name="Picture 40">
            <a:hlinkClick r:id="rId2" action="ppaction://hlinksldjump"/>
            <a:extLst>
              <a:ext uri="{FF2B5EF4-FFF2-40B4-BE49-F238E27FC236}">
                <a16:creationId xmlns:a16="http://schemas.microsoft.com/office/drawing/2014/main" id="{E6BF3BD1-03D1-490B-B0C4-BF77D62B168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4889195" y="2689758"/>
            <a:ext cx="216890" cy="737066"/>
          </a:xfrm>
          <a:prstGeom prst="rect">
            <a:avLst/>
          </a:prstGeom>
        </p:spPr>
      </p:pic>
      <p:pic>
        <p:nvPicPr>
          <p:cNvPr id="42" name="Picture 41">
            <a:hlinkClick r:id="rId2" action="ppaction://hlinksldjump"/>
            <a:extLst>
              <a:ext uri="{FF2B5EF4-FFF2-40B4-BE49-F238E27FC236}">
                <a16:creationId xmlns:a16="http://schemas.microsoft.com/office/drawing/2014/main" id="{D2DF7E28-C234-4E93-8920-20F2B7F4796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743356" y="2681912"/>
            <a:ext cx="216890" cy="737066"/>
          </a:xfrm>
          <a:prstGeom prst="rect">
            <a:avLst/>
          </a:prstGeom>
        </p:spPr>
      </p:pic>
      <p:sp>
        <p:nvSpPr>
          <p:cNvPr id="43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0559CD9D-1504-4B8C-A783-331C2D53AB00}"/>
              </a:ext>
            </a:extLst>
          </p:cNvPr>
          <p:cNvSpPr/>
          <p:nvPr/>
        </p:nvSpPr>
        <p:spPr>
          <a:xfrm>
            <a:off x="2155671" y="2571127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tx1"/>
                </a:solidFill>
                <a:latin typeface="Impact" pitchFamily="34" charset="0"/>
              </a:rPr>
              <a:t>CHO </a:t>
            </a:r>
            <a:r>
              <a:rPr lang="en-US" sz="1100" b="1" kern="1200" dirty="0" err="1">
                <a:solidFill>
                  <a:schemeClr val="tx1"/>
                </a:solidFill>
                <a:latin typeface="Impact" pitchFamily="34" charset="0"/>
              </a:rPr>
              <a:t>melakuka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pengecekan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status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Nomor</a:t>
            </a:r>
            <a:endParaRPr lang="en-ID" sz="1100" b="1" kern="1200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4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FEF3465D-A62B-4D8D-935E-2BAB76B5BB03}"/>
              </a:ext>
            </a:extLst>
          </p:cNvPr>
          <p:cNvSpPr/>
          <p:nvPr/>
        </p:nvSpPr>
        <p:spPr>
          <a:xfrm>
            <a:off x="4629407" y="2209693"/>
            <a:ext cx="1584102" cy="799116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Sudah</a:t>
            </a: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Migrasi</a:t>
            </a:r>
            <a:endParaRPr lang="en-US" sz="11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endParaRPr lang="en-US" sz="11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105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Belum</a:t>
            </a:r>
            <a:r>
              <a:rPr lang="en-US" sz="105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05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Migrasi</a:t>
            </a:r>
            <a:endParaRPr lang="en-ID" sz="105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45" name="Arrow: Right 44">
            <a:hlinkClick r:id="rId2" action="ppaction://hlinksldjump"/>
            <a:extLst>
              <a:ext uri="{FF2B5EF4-FFF2-40B4-BE49-F238E27FC236}">
                <a16:creationId xmlns:a16="http://schemas.microsoft.com/office/drawing/2014/main" id="{7214EA10-31D1-4F67-AE17-8A3F2DD2591C}"/>
              </a:ext>
            </a:extLst>
          </p:cNvPr>
          <p:cNvSpPr/>
          <p:nvPr/>
        </p:nvSpPr>
        <p:spPr>
          <a:xfrm>
            <a:off x="5871168" y="2331352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Arrow: Bent 45">
            <a:hlinkClick r:id="rId2" action="ppaction://hlinksldjump"/>
            <a:extLst>
              <a:ext uri="{FF2B5EF4-FFF2-40B4-BE49-F238E27FC236}">
                <a16:creationId xmlns:a16="http://schemas.microsoft.com/office/drawing/2014/main" id="{20460749-46FF-43C9-9BA9-B73270136288}"/>
              </a:ext>
            </a:extLst>
          </p:cNvPr>
          <p:cNvSpPr/>
          <p:nvPr/>
        </p:nvSpPr>
        <p:spPr>
          <a:xfrm rot="5400000">
            <a:off x="5862170" y="2694108"/>
            <a:ext cx="252630" cy="228239"/>
          </a:xfrm>
          <a:prstGeom prst="bentArrow">
            <a:avLst>
              <a:gd name="adj1" fmla="val 39999"/>
              <a:gd name="adj2" fmla="val 45998"/>
              <a:gd name="adj3" fmla="val 32500"/>
              <a:gd name="adj4" fmla="val 437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47" name="Rectangle 46">
            <a:hlinkClick r:id="rId2" action="ppaction://hlinksldjump"/>
            <a:extLst>
              <a:ext uri="{FF2B5EF4-FFF2-40B4-BE49-F238E27FC236}">
                <a16:creationId xmlns:a16="http://schemas.microsoft.com/office/drawing/2014/main" id="{179F759C-322F-4C29-8F5C-5A9CDF638A49}"/>
              </a:ext>
            </a:extLst>
          </p:cNvPr>
          <p:cNvSpPr/>
          <p:nvPr/>
        </p:nvSpPr>
        <p:spPr>
          <a:xfrm>
            <a:off x="4629407" y="2599900"/>
            <a:ext cx="158410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8" name="Picture 47">
            <a:hlinkClick r:id="rId2" action="ppaction://hlinksldjump"/>
            <a:extLst>
              <a:ext uri="{FF2B5EF4-FFF2-40B4-BE49-F238E27FC236}">
                <a16:creationId xmlns:a16="http://schemas.microsoft.com/office/drawing/2014/main" id="{7349C9CC-2355-4BDC-BD45-AC49F6CF52E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3995950" y="4287609"/>
            <a:ext cx="384621" cy="1307071"/>
          </a:xfrm>
          <a:prstGeom prst="rect">
            <a:avLst/>
          </a:prstGeom>
        </p:spPr>
      </p:pic>
      <p:pic>
        <p:nvPicPr>
          <p:cNvPr id="49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3EA76AC7-1084-42E7-8903-E9B5F1EF9C5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7" t="20845" r="20972" b="54233"/>
          <a:stretch/>
        </p:blipFill>
        <p:spPr>
          <a:xfrm>
            <a:off x="5043311" y="3300714"/>
            <a:ext cx="796050" cy="349515"/>
          </a:xfrm>
          <a:prstGeom prst="rect">
            <a:avLst/>
          </a:prstGeom>
        </p:spPr>
      </p:pic>
      <p:sp>
        <p:nvSpPr>
          <p:cNvPr id="50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7051B9F2-FA37-492B-81F3-5904A967BB25}"/>
              </a:ext>
            </a:extLst>
          </p:cNvPr>
          <p:cNvSpPr/>
          <p:nvPr/>
        </p:nvSpPr>
        <p:spPr>
          <a:xfrm>
            <a:off x="3617581" y="4058309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melakukan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Analisa Case dan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pelangan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bahwa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case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dalam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proses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Koordinasi</a:t>
            </a:r>
            <a:endParaRPr lang="en-ID" sz="8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51" name="Picture 50">
            <a:hlinkClick r:id="rId2" action="ppaction://hlinksldjump"/>
            <a:extLst>
              <a:ext uri="{FF2B5EF4-FFF2-40B4-BE49-F238E27FC236}">
                <a16:creationId xmlns:a16="http://schemas.microsoft.com/office/drawing/2014/main" id="{9369C2BA-0DFD-4211-AFE7-B0082E3BB4AF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756083" y="5508894"/>
            <a:ext cx="225027" cy="764717"/>
          </a:xfrm>
          <a:prstGeom prst="rect">
            <a:avLst/>
          </a:prstGeom>
        </p:spPr>
      </p:pic>
      <p:sp>
        <p:nvSpPr>
          <p:cNvPr id="74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A3E23EB8-18F9-4CC2-86F1-A59D35F124BD}"/>
              </a:ext>
            </a:extLst>
          </p:cNvPr>
          <p:cNvSpPr/>
          <p:nvPr/>
        </p:nvSpPr>
        <p:spPr>
          <a:xfrm>
            <a:off x="6424622" y="5221309"/>
            <a:ext cx="887951" cy="417141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OBC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melakukan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eksekusi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Migrasi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Kartu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Halo</a:t>
            </a:r>
            <a:endParaRPr lang="en-ID" sz="7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75" name="Picture 74">
            <a:hlinkClick r:id="rId2" action="ppaction://hlinksldjump"/>
            <a:extLst>
              <a:ext uri="{FF2B5EF4-FFF2-40B4-BE49-F238E27FC236}">
                <a16:creationId xmlns:a16="http://schemas.microsoft.com/office/drawing/2014/main" id="{FF7A6029-8707-4D38-906A-F5ECD9F471B9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152490" y="4799572"/>
            <a:ext cx="246984" cy="839335"/>
          </a:xfrm>
          <a:prstGeom prst="rect">
            <a:avLst/>
          </a:prstGeom>
        </p:spPr>
      </p:pic>
      <p:sp>
        <p:nvSpPr>
          <p:cNvPr id="76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1D010939-1E52-46B3-B3FB-06E0DADD1AE3}"/>
              </a:ext>
            </a:extLst>
          </p:cNvPr>
          <p:cNvSpPr/>
          <p:nvPr/>
        </p:nvSpPr>
        <p:spPr>
          <a:xfrm>
            <a:off x="5914686" y="4562307"/>
            <a:ext cx="740481" cy="457844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  <a:prstDash val="sysDash"/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Laporan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Koordinasi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Migrasi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belum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aktif</a:t>
            </a:r>
            <a:endParaRPr lang="en-ID" sz="7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77" name="Picture 76">
            <a:hlinkClick r:id="rId2" action="ppaction://hlinksldjump"/>
            <a:extLst>
              <a:ext uri="{FF2B5EF4-FFF2-40B4-BE49-F238E27FC236}">
                <a16:creationId xmlns:a16="http://schemas.microsoft.com/office/drawing/2014/main" id="{F12BBB9F-E34A-4B60-BDBB-C7A9AA266AE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8796039" y="2808788"/>
            <a:ext cx="384621" cy="1307071"/>
          </a:xfrm>
          <a:prstGeom prst="rect">
            <a:avLst/>
          </a:prstGeom>
        </p:spPr>
      </p:pic>
      <p:sp>
        <p:nvSpPr>
          <p:cNvPr id="78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D68B6E53-609F-4B7E-8AFD-EF8E6207686B}"/>
              </a:ext>
            </a:extLst>
          </p:cNvPr>
          <p:cNvSpPr/>
          <p:nvPr/>
        </p:nvSpPr>
        <p:spPr>
          <a:xfrm>
            <a:off x="8417670" y="2579488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untuk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Migrasi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Kartu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Halo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sudah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aktif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79" name="Picture 78">
            <a:hlinkClick r:id="rId2" action="ppaction://hlinksldjump"/>
            <a:extLst>
              <a:ext uri="{FF2B5EF4-FFF2-40B4-BE49-F238E27FC236}">
                <a16:creationId xmlns:a16="http://schemas.microsoft.com/office/drawing/2014/main" id="{4BE34B15-EC3B-434F-AE05-46702D39C8E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10682343" y="2696522"/>
            <a:ext cx="216890" cy="737066"/>
          </a:xfrm>
          <a:prstGeom prst="rect">
            <a:avLst/>
          </a:prstGeom>
        </p:spPr>
      </p:pic>
      <p:sp>
        <p:nvSpPr>
          <p:cNvPr id="80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3872AC21-E8F7-4539-BC77-01ED61D48915}"/>
              </a:ext>
            </a:extLst>
          </p:cNvPr>
          <p:cNvSpPr/>
          <p:nvPr/>
        </p:nvSpPr>
        <p:spPr>
          <a:xfrm>
            <a:off x="10235634" y="2456739"/>
            <a:ext cx="1107424" cy="601552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Closed</a:t>
            </a:r>
            <a:endParaRPr lang="en-ID" sz="1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81" name="Picture 80">
            <a:hlinkClick r:id="rId2" action="ppaction://hlinksldjump"/>
            <a:extLst>
              <a:ext uri="{FF2B5EF4-FFF2-40B4-BE49-F238E27FC236}">
                <a16:creationId xmlns:a16="http://schemas.microsoft.com/office/drawing/2014/main" id="{F4A1BB64-1E0A-49AC-86A1-C9EE51FF924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17448" y="2677717"/>
            <a:ext cx="216890" cy="737066"/>
          </a:xfrm>
          <a:prstGeom prst="rect">
            <a:avLst/>
          </a:prstGeom>
        </p:spPr>
      </p:pic>
      <p:sp>
        <p:nvSpPr>
          <p:cNvPr id="82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4892B332-3891-4819-BC0D-4572A8E5D5C9}"/>
              </a:ext>
            </a:extLst>
          </p:cNvPr>
          <p:cNvSpPr/>
          <p:nvPr/>
        </p:nvSpPr>
        <p:spPr>
          <a:xfrm>
            <a:off x="216719" y="2520022"/>
            <a:ext cx="1061443" cy="519463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lvl="0" defTabSz="844550">
              <a:spcBef>
                <a:spcPct val="0"/>
              </a:spcBef>
            </a:pPr>
            <a:r>
              <a:rPr lang="en-ID" sz="800" dirty="0">
                <a:latin typeface="Impact" panose="020B0806030902050204" pitchFamily="34" charset="0"/>
              </a:rPr>
              <a:t>Agent IBC </a:t>
            </a:r>
          </a:p>
          <a:p>
            <a:pPr lvl="0" defTabSz="844550">
              <a:spcBef>
                <a:spcPct val="0"/>
              </a:spcBef>
            </a:pPr>
            <a:r>
              <a:rPr lang="en-ID" sz="800" dirty="0" err="1">
                <a:latin typeface="Impact" panose="020B0806030902050204" pitchFamily="34" charset="0"/>
              </a:rPr>
              <a:t>membuat</a:t>
            </a:r>
            <a:r>
              <a:rPr lang="en-ID" sz="800" dirty="0">
                <a:latin typeface="Impact" panose="020B0806030902050204" pitchFamily="34" charset="0"/>
              </a:rPr>
              <a:t> case </a:t>
            </a:r>
            <a:r>
              <a:rPr lang="en-ID" sz="800" dirty="0" err="1">
                <a:latin typeface="Impact" panose="020B0806030902050204" pitchFamily="34" charset="0"/>
              </a:rPr>
              <a:t>Migrasi</a:t>
            </a:r>
            <a:r>
              <a:rPr lang="en-ID" sz="800" dirty="0">
                <a:latin typeface="Impact" panose="020B0806030902050204" pitchFamily="34" charset="0"/>
              </a:rPr>
              <a:t> </a:t>
            </a:r>
            <a:r>
              <a:rPr lang="en-ID" sz="800" dirty="0" err="1">
                <a:latin typeface="Impact" panose="020B0806030902050204" pitchFamily="34" charset="0"/>
              </a:rPr>
              <a:t>belum</a:t>
            </a:r>
            <a:r>
              <a:rPr lang="en-ID" sz="800" dirty="0">
                <a:latin typeface="Impact" panose="020B0806030902050204" pitchFamily="34" charset="0"/>
              </a:rPr>
              <a:t> </a:t>
            </a:r>
            <a:r>
              <a:rPr lang="en-ID" sz="800" dirty="0" err="1">
                <a:latin typeface="Impact" panose="020B0806030902050204" pitchFamily="34" charset="0"/>
              </a:rPr>
              <a:t>aktif</a:t>
            </a:r>
            <a:endParaRPr lang="en-ID" sz="6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3" name="Arrow: Right 82">
            <a:hlinkClick r:id="rId2" action="ppaction://hlinksldjump"/>
            <a:extLst>
              <a:ext uri="{FF2B5EF4-FFF2-40B4-BE49-F238E27FC236}">
                <a16:creationId xmlns:a16="http://schemas.microsoft.com/office/drawing/2014/main" id="{7BA9C28C-9D19-4D65-B59F-8024C8F83B06}"/>
              </a:ext>
            </a:extLst>
          </p:cNvPr>
          <p:cNvSpPr/>
          <p:nvPr/>
        </p:nvSpPr>
        <p:spPr>
          <a:xfrm>
            <a:off x="976981" y="2650933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4" name="Picture 83">
            <a:hlinkClick r:id="rId2" action="ppaction://hlinksldjump"/>
            <a:extLst>
              <a:ext uri="{FF2B5EF4-FFF2-40B4-BE49-F238E27FC236}">
                <a16:creationId xmlns:a16="http://schemas.microsoft.com/office/drawing/2014/main" id="{88964477-8AB4-4074-83B5-2973E3CB307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237" y="3280933"/>
            <a:ext cx="305309" cy="30530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92" name="Picture 91">
            <a:hlinkClick r:id="rId2" action="ppaction://hlinksldjump"/>
            <a:extLst>
              <a:ext uri="{FF2B5EF4-FFF2-40B4-BE49-F238E27FC236}">
                <a16:creationId xmlns:a16="http://schemas.microsoft.com/office/drawing/2014/main" id="{7340F653-453B-46AE-A0AB-508BE2BA9AC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" y="3024216"/>
            <a:ext cx="647020" cy="566269"/>
          </a:xfrm>
          <a:prstGeom prst="rect">
            <a:avLst/>
          </a:prstGeom>
        </p:spPr>
      </p:pic>
      <p:pic>
        <p:nvPicPr>
          <p:cNvPr id="93" name="Picture 92">
            <a:hlinkClick r:id="rId2" action="ppaction://hlinksldjump"/>
            <a:extLst>
              <a:ext uri="{FF2B5EF4-FFF2-40B4-BE49-F238E27FC236}">
                <a16:creationId xmlns:a16="http://schemas.microsoft.com/office/drawing/2014/main" id="{B27B88E1-8318-49E0-B1EF-9496A4BBC865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1" t="22142" r="22737" b="31099"/>
          <a:stretch/>
        </p:blipFill>
        <p:spPr>
          <a:xfrm>
            <a:off x="3908843" y="2893724"/>
            <a:ext cx="595098" cy="499024"/>
          </a:xfrm>
          <a:prstGeom prst="rect">
            <a:avLst/>
          </a:prstGeom>
        </p:spPr>
      </p:pic>
      <p:pic>
        <p:nvPicPr>
          <p:cNvPr id="94" name="Picture 93">
            <a:hlinkClick r:id="rId2" action="ppaction://hlinksldjump"/>
            <a:extLst>
              <a:ext uri="{FF2B5EF4-FFF2-40B4-BE49-F238E27FC236}">
                <a16:creationId xmlns:a16="http://schemas.microsoft.com/office/drawing/2014/main" id="{CA1DB99F-1714-435B-BD57-096FB32917B9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604533" y="2791751"/>
            <a:ext cx="511879" cy="565766"/>
          </a:xfrm>
          <a:prstGeom prst="rect">
            <a:avLst/>
          </a:prstGeom>
        </p:spPr>
      </p:pic>
      <p:pic>
        <p:nvPicPr>
          <p:cNvPr id="95" name="Picture 94">
            <a:hlinkClick r:id="rId2" action="ppaction://hlinksldjump"/>
            <a:extLst>
              <a:ext uri="{FF2B5EF4-FFF2-40B4-BE49-F238E27FC236}">
                <a16:creationId xmlns:a16="http://schemas.microsoft.com/office/drawing/2014/main" id="{82E0C71C-5252-4E0A-8A16-7E6B443C5DA8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8396401" y="4182318"/>
            <a:ext cx="511879" cy="565766"/>
          </a:xfrm>
          <a:prstGeom prst="rect">
            <a:avLst/>
          </a:prstGeom>
        </p:spPr>
      </p:pic>
      <p:pic>
        <p:nvPicPr>
          <p:cNvPr id="96" name="Picture 95">
            <a:hlinkClick r:id="rId2" action="ppaction://hlinksldjump"/>
            <a:extLst>
              <a:ext uri="{FF2B5EF4-FFF2-40B4-BE49-F238E27FC236}">
                <a16:creationId xmlns:a16="http://schemas.microsoft.com/office/drawing/2014/main" id="{B2F75212-99A6-4B4F-92A2-E7EB09A6EA77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9025575" y="4182318"/>
            <a:ext cx="511879" cy="565766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2F6B30F-E5DE-4A7A-8072-EB66B58337E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9048" y="2962676"/>
            <a:ext cx="643975" cy="993811"/>
          </a:xfrm>
          <a:prstGeom prst="rect">
            <a:avLst/>
          </a:prstGeom>
        </p:spPr>
      </p:pic>
      <p:pic>
        <p:nvPicPr>
          <p:cNvPr id="85" name="Picture 84">
            <a:hlinkClick r:id="rId2" action="ppaction://hlinksldjump"/>
            <a:extLst>
              <a:ext uri="{FF2B5EF4-FFF2-40B4-BE49-F238E27FC236}">
                <a16:creationId xmlns:a16="http://schemas.microsoft.com/office/drawing/2014/main" id="{7E077E82-33AE-4E7B-AF6F-738ABAC262DD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453" t="10819" r="14553" b="10819"/>
          <a:stretch/>
        </p:blipFill>
        <p:spPr>
          <a:xfrm rot="18967821">
            <a:off x="292334" y="3199321"/>
            <a:ext cx="481370" cy="500153"/>
          </a:xfrm>
          <a:prstGeom prst="rect">
            <a:avLst/>
          </a:prstGeom>
        </p:spPr>
      </p:pic>
      <p:pic>
        <p:nvPicPr>
          <p:cNvPr id="98" name="Picture 97">
            <a:hlinkClick r:id="rId2" action="ppaction://hlinksldjump"/>
            <a:extLst>
              <a:ext uri="{FF2B5EF4-FFF2-40B4-BE49-F238E27FC236}">
                <a16:creationId xmlns:a16="http://schemas.microsoft.com/office/drawing/2014/main" id="{870EF19D-6107-418B-9D06-420553F37D8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000" b="97885" l="10000" r="90000">
                        <a14:foregroundMark x1="41556" y1="12500" x2="52778" y2="16538"/>
                        <a14:foregroundMark x1="49444" y1="5192" x2="49444" y2="5192"/>
                        <a14:foregroundMark x1="32889" y1="32692" x2="51333" y2="32115"/>
                        <a14:foregroundMark x1="51333" y1="32115" x2="58778" y2="32115"/>
                        <a14:foregroundMark x1="29000" y1="25769" x2="48222" y2="33269"/>
                        <a14:foregroundMark x1="48222" y1="33269" x2="63667" y2="30385"/>
                        <a14:foregroundMark x1="63667" y1="30385" x2="70000" y2="82500"/>
                        <a14:foregroundMark x1="70000" y1="82500" x2="37000" y2="88654"/>
                        <a14:foregroundMark x1="37000" y1="88654" x2="28667" y2="85769"/>
                        <a14:foregroundMark x1="29667" y1="44038" x2="30333" y2="35962"/>
                        <a14:foregroundMark x1="29000" y1="30962" x2="35111" y2="55577"/>
                        <a14:foregroundMark x1="35111" y1="55577" x2="47222" y2="69808"/>
                        <a14:foregroundMark x1="28333" y1="36538" x2="28333" y2="36538"/>
                        <a14:foregroundMark x1="62333" y1="27885" x2="71889" y2="47308"/>
                        <a14:foregroundMark x1="71889" y1="47308" x2="72222" y2="74423"/>
                        <a14:foregroundMark x1="72222" y1="74423" x2="64333" y2="96346"/>
                        <a14:foregroundMark x1="64333" y1="96346" x2="59333" y2="95769"/>
                        <a14:foregroundMark x1="73000" y1="50192" x2="69778" y2="24808"/>
                        <a14:foregroundMark x1="69778" y1="24808" x2="66667" y2="24038"/>
                        <a14:foregroundMark x1="72889" y1="25769" x2="73111" y2="72308"/>
                        <a14:foregroundMark x1="26111" y1="25769" x2="27778" y2="58269"/>
                        <a14:foregroundMark x1="26556" y1="41731" x2="26889" y2="58269"/>
                        <a14:foregroundMark x1="73889" y1="25577" x2="73889" y2="32308"/>
                        <a14:foregroundMark x1="74222" y1="34615" x2="74111" y2="43269"/>
                        <a14:foregroundMark x1="73778" y1="38462" x2="73667" y2="97885"/>
                        <a14:foregroundMark x1="61000" y1="46923" x2="60667" y2="73654"/>
                        <a14:foregroundMark x1="60667" y1="73654" x2="68222" y2="80000"/>
                        <a14:foregroundMark x1="50000" y1="45769" x2="50556" y2="72115"/>
                        <a14:foregroundMark x1="50556" y1="72115" x2="32222" y2="79038"/>
                        <a14:foregroundMark x1="38000" y1="79231" x2="50000" y2="80192"/>
                        <a14:foregroundMark x1="23333" y1="70192" x2="30000" y2="70192"/>
                        <a14:foregroundMark x1="24778" y1="18077" x2="24000" y2="18077"/>
                        <a14:foregroundMark x1="23889" y1="17885" x2="23889" y2="17885"/>
                        <a14:foregroundMark x1="23667" y1="17885" x2="23111" y2="17885"/>
                        <a14:foregroundMark x1="23556" y1="18077" x2="22667" y2="184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096" y="3091944"/>
            <a:ext cx="698348" cy="284659"/>
          </a:xfrm>
          <a:prstGeom prst="rect">
            <a:avLst/>
          </a:prstGeom>
        </p:spPr>
      </p:pic>
      <p:pic>
        <p:nvPicPr>
          <p:cNvPr id="89" name="Picture 88">
            <a:hlinkClick r:id="rId2" action="ppaction://hlinksldjump"/>
            <a:extLst>
              <a:ext uri="{FF2B5EF4-FFF2-40B4-BE49-F238E27FC236}">
                <a16:creationId xmlns:a16="http://schemas.microsoft.com/office/drawing/2014/main" id="{413FA9F6-EF5C-4C0D-A841-296B079BAA9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572" y="2986366"/>
            <a:ext cx="643975" cy="993811"/>
          </a:xfrm>
          <a:prstGeom prst="rect">
            <a:avLst/>
          </a:prstGeom>
        </p:spPr>
      </p:pic>
      <p:pic>
        <p:nvPicPr>
          <p:cNvPr id="86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97C4D8A8-CDA7-4782-B6D7-1FD7F062D3A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7" t="20845" r="20972" b="54233"/>
          <a:stretch/>
        </p:blipFill>
        <p:spPr>
          <a:xfrm>
            <a:off x="563506" y="3240025"/>
            <a:ext cx="796050" cy="349515"/>
          </a:xfrm>
          <a:prstGeom prst="rect">
            <a:avLst/>
          </a:prstGeom>
        </p:spPr>
      </p:pic>
      <p:pic>
        <p:nvPicPr>
          <p:cNvPr id="87" name="Picture 86">
            <a:hlinkClick r:id="rId2" action="ppaction://hlinksldjump"/>
            <a:extLst>
              <a:ext uri="{FF2B5EF4-FFF2-40B4-BE49-F238E27FC236}">
                <a16:creationId xmlns:a16="http://schemas.microsoft.com/office/drawing/2014/main" id="{572BE2A3-E1AF-47DB-96D0-5AF056D0222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7811428" y="4807915"/>
            <a:ext cx="246984" cy="839335"/>
          </a:xfrm>
          <a:prstGeom prst="rect">
            <a:avLst/>
          </a:prstGeom>
        </p:spPr>
      </p:pic>
      <p:sp>
        <p:nvSpPr>
          <p:cNvPr id="88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05664A32-3CBA-478F-B764-07A504AF8BA3}"/>
              </a:ext>
            </a:extLst>
          </p:cNvPr>
          <p:cNvSpPr/>
          <p:nvPr/>
        </p:nvSpPr>
        <p:spPr>
          <a:xfrm>
            <a:off x="7573624" y="4570650"/>
            <a:ext cx="740481" cy="457844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  <a:prstDash val="sysDash"/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Hasil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eksekusi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Migrasi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Kartu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Halo</a:t>
            </a:r>
            <a:endParaRPr lang="en-ID" sz="7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2823EBEC-0A64-4C9E-A9A1-3FCF3EF904F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376" y="1836237"/>
            <a:ext cx="4931249" cy="11566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D1A0845C-3046-47D3-9431-7A9D252AEF7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28" y="1800518"/>
            <a:ext cx="3180379" cy="21522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416BE438-46D4-4E51-A352-CD71F7807EB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215" y="1845157"/>
            <a:ext cx="3947571" cy="2090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82D91755-4329-40AB-B99E-09987986F45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981" y="1837889"/>
            <a:ext cx="3992038" cy="2041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hlinkClick r:id="rId2" action="ppaction://hlinksldjump"/>
            <a:extLst>
              <a:ext uri="{FF2B5EF4-FFF2-40B4-BE49-F238E27FC236}">
                <a16:creationId xmlns:a16="http://schemas.microsoft.com/office/drawing/2014/main" id="{17E3DB56-94D7-496C-A7E1-8C99543DDC26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4" y="1829512"/>
            <a:ext cx="2828593" cy="21214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C3EDA74E-B790-4357-AAA1-8F546B32B342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106" y="1834792"/>
            <a:ext cx="2795788" cy="20968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C4B0B7E7-EB48-4A35-86F9-686AEA276397}"/>
              </a:ext>
            </a:extLst>
          </p:cNvPr>
          <p:cNvSpPr/>
          <p:nvPr/>
        </p:nvSpPr>
        <p:spPr>
          <a:xfrm>
            <a:off x="-1" y="1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hlinkClick r:id="rId2" action="ppaction://hlinksldjump"/>
            <a:extLst>
              <a:ext uri="{FF2B5EF4-FFF2-40B4-BE49-F238E27FC236}">
                <a16:creationId xmlns:a16="http://schemas.microsoft.com/office/drawing/2014/main" id="{A4880172-C91F-45CC-9CE0-24547B412A03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hlinkClick r:id="rId2" action="ppaction://hlinksldjump"/>
            <a:extLst>
              <a:ext uri="{FF2B5EF4-FFF2-40B4-BE49-F238E27FC236}">
                <a16:creationId xmlns:a16="http://schemas.microsoft.com/office/drawing/2014/main" id="{3416EBDC-CB3A-4541-A3B4-724224C8002B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hlinkClick r:id="rId2" action="ppaction://hlinksldjump"/>
            <a:extLst>
              <a:ext uri="{FF2B5EF4-FFF2-40B4-BE49-F238E27FC236}">
                <a16:creationId xmlns:a16="http://schemas.microsoft.com/office/drawing/2014/main" id="{4353E9E5-BFAF-45C1-9B02-DA99C4983001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hlinkClick r:id="rId2" action="ppaction://hlinksldjump"/>
            <a:extLst>
              <a:ext uri="{FF2B5EF4-FFF2-40B4-BE49-F238E27FC236}">
                <a16:creationId xmlns:a16="http://schemas.microsoft.com/office/drawing/2014/main" id="{C2EEA7F5-3A5F-42E0-9987-F00943A7DB04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759EC68E-D613-4342-8F98-319C5035A955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84E799EB-0A65-4290-9846-FF652744B6E8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Rectangle 51">
            <a:hlinkClick r:id="rId2" action="ppaction://hlinksldjump"/>
            <a:extLst>
              <a:ext uri="{FF2B5EF4-FFF2-40B4-BE49-F238E27FC236}">
                <a16:creationId xmlns:a16="http://schemas.microsoft.com/office/drawing/2014/main" id="{D2852EE9-0946-49D5-8C2E-A1FCA5A9BE6D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2" action="ppaction://hlinksldjump"/>
            <a:extLst>
              <a:ext uri="{FF2B5EF4-FFF2-40B4-BE49-F238E27FC236}">
                <a16:creationId xmlns:a16="http://schemas.microsoft.com/office/drawing/2014/main" id="{42BD1314-1E62-40C3-B887-0CE190001D7A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hlinkClick r:id="rId2" action="ppaction://hlinksldjump"/>
            <a:extLst>
              <a:ext uri="{FF2B5EF4-FFF2-40B4-BE49-F238E27FC236}">
                <a16:creationId xmlns:a16="http://schemas.microsoft.com/office/drawing/2014/main" id="{74B9B77F-2FE5-43BC-B30D-8ADB3EDA9013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hlinkClick r:id="rId2" action="ppaction://hlinksldjump"/>
            <a:extLst>
              <a:ext uri="{FF2B5EF4-FFF2-40B4-BE49-F238E27FC236}">
                <a16:creationId xmlns:a16="http://schemas.microsoft.com/office/drawing/2014/main" id="{706F269D-5A40-4F94-A5D5-305FD0C64DC0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Cylinder 55">
            <a:hlinkClick r:id="rId2" action="ppaction://hlinksldjump"/>
            <a:extLst>
              <a:ext uri="{FF2B5EF4-FFF2-40B4-BE49-F238E27FC236}">
                <a16:creationId xmlns:a16="http://schemas.microsoft.com/office/drawing/2014/main" id="{15BF366F-E80F-49C1-86A9-282E88B4E283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Rectangle 56">
            <a:hlinkClick r:id="rId2" action="ppaction://hlinksldjump"/>
            <a:extLst>
              <a:ext uri="{FF2B5EF4-FFF2-40B4-BE49-F238E27FC236}">
                <a16:creationId xmlns:a16="http://schemas.microsoft.com/office/drawing/2014/main" id="{05E7516F-E836-4BA2-9778-9491AB1A70F7}"/>
              </a:ext>
            </a:extLst>
          </p:cNvPr>
          <p:cNvSpPr/>
          <p:nvPr/>
        </p:nvSpPr>
        <p:spPr>
          <a:xfrm>
            <a:off x="-8480" y="13991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8" name="Hamburger">
            <a:extLst>
              <a:ext uri="{FF2B5EF4-FFF2-40B4-BE49-F238E27FC236}">
                <a16:creationId xmlns:a16="http://schemas.microsoft.com/office/drawing/2014/main" id="{F69AA649-69BA-4E81-A3C3-3C0914BC6D08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15" descr="Close">
            <a:extLst>
              <a:ext uri="{FF2B5EF4-FFF2-40B4-BE49-F238E27FC236}">
                <a16:creationId xmlns:a16="http://schemas.microsoft.com/office/drawing/2014/main" id="{4F73B7DA-FBF2-4C6B-A4C3-131A9199DA19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67" descr="House">
            <a:hlinkClick r:id="rId29" action="ppaction://hlinksldjump"/>
            <a:extLst>
              <a:ext uri="{FF2B5EF4-FFF2-40B4-BE49-F238E27FC236}">
                <a16:creationId xmlns:a16="http://schemas.microsoft.com/office/drawing/2014/main" id="{15962FEF-0CA3-46E1-9614-69FF4BC02052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1" name="Arrow: Right 65">
            <a:hlinkClick r:id="rId32" action="ppaction://hlinksldjump"/>
            <a:extLst>
              <a:ext uri="{FF2B5EF4-FFF2-40B4-BE49-F238E27FC236}">
                <a16:creationId xmlns:a16="http://schemas.microsoft.com/office/drawing/2014/main" id="{1796D356-185B-43EE-88E2-C4498BA9664A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2" name="Arrow: Down 66">
            <a:hlinkClick r:id="rId33" action="ppaction://hlinksldjump"/>
            <a:extLst>
              <a:ext uri="{FF2B5EF4-FFF2-40B4-BE49-F238E27FC236}">
                <a16:creationId xmlns:a16="http://schemas.microsoft.com/office/drawing/2014/main" id="{8E49CF6A-CF54-4AFC-9E91-8B546C512573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3" name="Arrow: Right 68">
            <a:hlinkClick r:id="rId34" action="ppaction://hlinksldjump"/>
            <a:extLst>
              <a:ext uri="{FF2B5EF4-FFF2-40B4-BE49-F238E27FC236}">
                <a16:creationId xmlns:a16="http://schemas.microsoft.com/office/drawing/2014/main" id="{B1FEEDBF-C6F2-44A7-B803-3A1ED28D9D9E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4" name="Arrow: Left 69">
            <a:hlinkClick r:id="rId35" action="ppaction://hlinksldjump"/>
            <a:extLst>
              <a:ext uri="{FF2B5EF4-FFF2-40B4-BE49-F238E27FC236}">
                <a16:creationId xmlns:a16="http://schemas.microsoft.com/office/drawing/2014/main" id="{813655DF-80B2-4F4B-93F4-58E0862241D8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5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6161E8BA-9CB5-4437-9AFF-11E26F603561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66" name="Graphic 65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CBD7693B-B9EB-4BEA-BA12-1288762C3E2C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7" name="TextBox 66">
            <a:hlinkClick r:id="rId2" action="ppaction://hlinksldjump"/>
            <a:extLst>
              <a:ext uri="{FF2B5EF4-FFF2-40B4-BE49-F238E27FC236}">
                <a16:creationId xmlns:a16="http://schemas.microsoft.com/office/drawing/2014/main" id="{FF1648C2-A57E-4CA1-9861-8756BC79B4D3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8" name="TextBox 67">
            <a:hlinkClick r:id="rId2" action="ppaction://hlinksldjump"/>
            <a:extLst>
              <a:ext uri="{FF2B5EF4-FFF2-40B4-BE49-F238E27FC236}">
                <a16:creationId xmlns:a16="http://schemas.microsoft.com/office/drawing/2014/main" id="{971680FE-DF72-4909-8BC1-9EB388DD4F6C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69" name="Arrow: Right 68">
            <a:hlinkClick r:id="rId3" action="ppaction://hlinksldjump"/>
            <a:extLst>
              <a:ext uri="{FF2B5EF4-FFF2-40B4-BE49-F238E27FC236}">
                <a16:creationId xmlns:a16="http://schemas.microsoft.com/office/drawing/2014/main" id="{B810966F-DEAE-47E0-9B31-A2AEEF8080B3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0" name="Arrow: Left 69">
            <a:hlinkClick r:id="rId32" action="ppaction://hlinksldjump"/>
            <a:extLst>
              <a:ext uri="{FF2B5EF4-FFF2-40B4-BE49-F238E27FC236}">
                <a16:creationId xmlns:a16="http://schemas.microsoft.com/office/drawing/2014/main" id="{50EB3305-FC03-484A-AB8E-B6C9EA860597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1" name="Arrow: Right 70">
            <a:hlinkClick r:id="rId35" action="ppaction://hlinksldjump"/>
            <a:extLst>
              <a:ext uri="{FF2B5EF4-FFF2-40B4-BE49-F238E27FC236}">
                <a16:creationId xmlns:a16="http://schemas.microsoft.com/office/drawing/2014/main" id="{D1266FC1-7D4D-4E46-8AD2-AE41F71D8654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2" name="Arrow: Right 71">
            <a:hlinkClick r:id="rId34" action="ppaction://hlinksldjump"/>
            <a:extLst>
              <a:ext uri="{FF2B5EF4-FFF2-40B4-BE49-F238E27FC236}">
                <a16:creationId xmlns:a16="http://schemas.microsoft.com/office/drawing/2014/main" id="{2A91411C-F4B4-455F-A96E-41AF1623EF1E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U-Turn 72">
            <a:hlinkClick r:id="rId33" action="ppaction://hlinksldjump"/>
            <a:extLst>
              <a:ext uri="{FF2B5EF4-FFF2-40B4-BE49-F238E27FC236}">
                <a16:creationId xmlns:a16="http://schemas.microsoft.com/office/drawing/2014/main" id="{B9415B9F-F399-4937-A3D7-1A33D30519D9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0" name="Picture 89">
            <a:hlinkClick r:id="rId38" action="ppaction://hlinksldjump"/>
            <a:extLst>
              <a:ext uri="{FF2B5EF4-FFF2-40B4-BE49-F238E27FC236}">
                <a16:creationId xmlns:a16="http://schemas.microsoft.com/office/drawing/2014/main" id="{90F6B4A2-4CEC-48A4-AA7C-EC6C7A514F6A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4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5" presetClass="emph" presetSubtype="0" repeatCount="11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023 L 0.10638 0.00115 C 0.10638 0.03472 0.10651 0.06852 0.10664 0.10208 L 0.19036 0.10324 L 0.18867 0.00926 L 0.36666 0.01041 L 0.36666 0.01064 L 0.36666 0.01041 " pathEditMode="relative" rAng="0" ptsTypes="AAAAAAAA">
                                      <p:cBhvr>
                                        <p:cTn id="31" dur="6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59" y="5139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2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5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0"/>
                            </p:stCondLst>
                            <p:childTnLst>
                              <p:par>
                                <p:cTn id="6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139 C -0.00104 0.05672 -0.00117 0.11227 -0.00143 0.1676 L -0.08763 0.17014 C -0.0875 0.21922 -0.08724 0.26829 -0.08698 0.3176 L 0.07487 0.32223 L 0.07618 0.41088 L 0.15847 0.41088 L 0.15925 0.31991 L 0.28998 0.32107 C 0.29011 0.24468 0.29037 0.16852 0.29063 0.09213 L 0.33243 0.0875 L 0.33112 -0.00092 L 0.48776 -0.00092 " pathEditMode="relative" rAng="0" ptsTypes="AAAAAAAAAAAAA">
                                      <p:cBhvr>
                                        <p:cTn id="77" dur="1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78" y="20347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5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" dur="25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1500"/>
                            </p:stCondLst>
                            <p:childTnLst>
                              <p:par>
                                <p:cTn id="119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5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7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5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7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1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1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0" fill="hold">
                      <p:stCondLst>
                        <p:cond delay="0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2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3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4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5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6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43" grpId="0" animBg="1"/>
      <p:bldP spid="43" grpId="1" animBg="1"/>
      <p:bldP spid="43" grpId="2" animBg="1"/>
      <p:bldP spid="44" grpId="0" animBg="1"/>
      <p:bldP spid="45" grpId="0" animBg="1"/>
      <p:bldP spid="45" grpId="1" animBg="1"/>
      <p:bldP spid="45" grpId="2" animBg="1"/>
      <p:bldP spid="45" grpId="3" animBg="1"/>
      <p:bldP spid="46" grpId="0" animBg="1"/>
      <p:bldP spid="46" grpId="1" animBg="1"/>
      <p:bldP spid="47" grpId="0" animBg="1"/>
      <p:bldP spid="50" grpId="0" animBg="1"/>
      <p:bldP spid="50" grpId="1" animBg="1"/>
      <p:bldP spid="50" grpId="2" animBg="1"/>
      <p:bldP spid="74" grpId="0" animBg="1"/>
      <p:bldP spid="76" grpId="0" animBg="1"/>
      <p:bldP spid="76" grpId="1" animBg="1"/>
      <p:bldP spid="76" grpId="2" animBg="1"/>
      <p:bldP spid="78" grpId="0" animBg="1"/>
      <p:bldP spid="78" grpId="1" animBg="1"/>
      <p:bldP spid="78" grpId="2" animBg="1"/>
      <p:bldP spid="80" grpId="0" animBg="1"/>
      <p:bldP spid="80" grpId="1" animBg="1"/>
      <p:bldP spid="82" grpId="0" animBg="1"/>
      <p:bldP spid="82" grpId="1" animBg="1"/>
      <p:bldP spid="83" grpId="0" animBg="1"/>
      <p:bldP spid="88" grpId="0" animBg="1"/>
      <p:bldP spid="88" grpId="1" animBg="1"/>
      <p:bldP spid="88" grpId="2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hlinkClick r:id="rId2" action="ppaction://hlinksldjump"/>
            <a:extLst>
              <a:ext uri="{FF2B5EF4-FFF2-40B4-BE49-F238E27FC236}">
                <a16:creationId xmlns:a16="http://schemas.microsoft.com/office/drawing/2014/main" id="{205A783A-CA3B-4227-8AFD-73D386CE0F11}"/>
              </a:ext>
            </a:extLst>
          </p:cNvPr>
          <p:cNvSpPr/>
          <p:nvPr/>
        </p:nvSpPr>
        <p:spPr>
          <a:xfrm>
            <a:off x="0" y="0"/>
            <a:ext cx="12192000" cy="6844009"/>
          </a:xfrm>
          <a:prstGeom prst="rect">
            <a:avLst/>
          </a:prstGeom>
          <a:solidFill>
            <a:srgbClr val="00C3FE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E9BC8607-71A0-4281-AA37-E1F41369451A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 34">
            <a:hlinkClick r:id="rId2" action="ppaction://hlinksldjump"/>
            <a:extLst>
              <a:ext uri="{FF2B5EF4-FFF2-40B4-BE49-F238E27FC236}">
                <a16:creationId xmlns:a16="http://schemas.microsoft.com/office/drawing/2014/main" id="{4B1D49C8-39FA-4F63-B710-059C9F69F0D2}"/>
              </a:ext>
            </a:extLst>
          </p:cNvPr>
          <p:cNvSpPr/>
          <p:nvPr/>
        </p:nvSpPr>
        <p:spPr>
          <a:xfrm rot="5400000">
            <a:off x="6201909" y="148984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FC15B2BD-7DE8-4275-B09B-6C062BBA26C1}"/>
              </a:ext>
            </a:extLst>
          </p:cNvPr>
          <p:cNvSpPr/>
          <p:nvPr/>
        </p:nvSpPr>
        <p:spPr>
          <a:xfrm>
            <a:off x="3972128" y="676348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8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 </a:t>
            </a:r>
            <a:r>
              <a:rPr lang="en-US" sz="28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Journey</a:t>
            </a:r>
            <a:endParaRPr lang="en-ID" sz="28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38" name="Picture 37">
            <a:hlinkClick r:id="rId2" action="ppaction://hlinksldjump"/>
            <a:extLst>
              <a:ext uri="{FF2B5EF4-FFF2-40B4-BE49-F238E27FC236}">
                <a16:creationId xmlns:a16="http://schemas.microsoft.com/office/drawing/2014/main" id="{3E154994-F616-4906-B10D-EFB37FE631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467" y="634615"/>
            <a:ext cx="1405657" cy="983960"/>
          </a:xfrm>
          <a:prstGeom prst="rect">
            <a:avLst/>
          </a:prstGeom>
          <a:effectLst>
            <a:outerShdw blurRad="152400" dist="254000" dir="90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A403DB5A-8DD7-4BD6-BB73-D11F1E9EFC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13" y="2054025"/>
            <a:ext cx="10888118" cy="4727970"/>
          </a:xfrm>
          <a:prstGeom prst="rect">
            <a:avLst/>
          </a:prstGeom>
        </p:spPr>
      </p:pic>
      <p:pic>
        <p:nvPicPr>
          <p:cNvPr id="51" name="Picture 50">
            <a:hlinkClick r:id="rId2" action="ppaction://hlinksldjump"/>
            <a:extLst>
              <a:ext uri="{FF2B5EF4-FFF2-40B4-BE49-F238E27FC236}">
                <a16:creationId xmlns:a16="http://schemas.microsoft.com/office/drawing/2014/main" id="{C79D61CF-4942-4E3B-9979-101D395F1C4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0826195" y="5047567"/>
            <a:ext cx="511879" cy="565766"/>
          </a:xfrm>
          <a:prstGeom prst="rect">
            <a:avLst/>
          </a:prstGeom>
        </p:spPr>
      </p:pic>
      <p:pic>
        <p:nvPicPr>
          <p:cNvPr id="52" name="Picture 51">
            <a:hlinkClick r:id="rId2" action="ppaction://hlinksldjump"/>
            <a:extLst>
              <a:ext uri="{FF2B5EF4-FFF2-40B4-BE49-F238E27FC236}">
                <a16:creationId xmlns:a16="http://schemas.microsoft.com/office/drawing/2014/main" id="{9DF6F64F-9511-4586-AA7E-E9EF4BE3527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4312263" y="3377711"/>
            <a:ext cx="231820" cy="256224"/>
          </a:xfrm>
          <a:prstGeom prst="rect">
            <a:avLst/>
          </a:prstGeom>
        </p:spPr>
      </p:pic>
      <p:pic>
        <p:nvPicPr>
          <p:cNvPr id="75" name="Picture 74">
            <a:hlinkClick r:id="rId2" action="ppaction://hlinksldjump"/>
            <a:extLst>
              <a:ext uri="{FF2B5EF4-FFF2-40B4-BE49-F238E27FC236}">
                <a16:creationId xmlns:a16="http://schemas.microsoft.com/office/drawing/2014/main" id="{0D635191-C04F-4BD1-A749-8FD4D8068706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49037" y="2326941"/>
            <a:ext cx="216890" cy="737066"/>
          </a:xfrm>
          <a:prstGeom prst="rect">
            <a:avLst/>
          </a:prstGeom>
        </p:spPr>
      </p:pic>
      <p:sp>
        <p:nvSpPr>
          <p:cNvPr id="76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2B85A4C6-7945-4109-A648-4B4AFD02D75E}"/>
              </a:ext>
            </a:extLst>
          </p:cNvPr>
          <p:cNvSpPr/>
          <p:nvPr/>
        </p:nvSpPr>
        <p:spPr>
          <a:xfrm>
            <a:off x="248308" y="1981092"/>
            <a:ext cx="1176415" cy="6941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lvl="0" defTabSz="844550">
              <a:spcBef>
                <a:spcPct val="0"/>
              </a:spcBef>
            </a:pPr>
            <a:r>
              <a:rPr lang="en-ID" sz="900" dirty="0">
                <a:latin typeface="Impact" panose="020B0806030902050204" pitchFamily="34" charset="0"/>
              </a:rPr>
              <a:t>Agent </a:t>
            </a:r>
            <a:r>
              <a:rPr lang="en-ID" sz="900" dirty="0" err="1">
                <a:latin typeface="Impact" panose="020B0806030902050204" pitchFamily="34" charset="0"/>
              </a:rPr>
              <a:t>membuat</a:t>
            </a:r>
            <a:r>
              <a:rPr lang="en-ID" sz="900" dirty="0">
                <a:latin typeface="Impact" panose="020B0806030902050204" pitchFamily="34" charset="0"/>
              </a:rPr>
              <a:t> case </a:t>
            </a:r>
            <a:r>
              <a:rPr lang="en-ID" sz="900" dirty="0" err="1">
                <a:latin typeface="Impact" panose="020B0806030902050204" pitchFamily="34" charset="0"/>
              </a:rPr>
              <a:t>Permintaan</a:t>
            </a:r>
            <a:r>
              <a:rPr lang="en-ID" sz="900" dirty="0">
                <a:latin typeface="Impact" panose="020B0806030902050204" pitchFamily="34" charset="0"/>
              </a:rPr>
              <a:t> </a:t>
            </a:r>
          </a:p>
          <a:p>
            <a:pPr lvl="0" defTabSz="844550">
              <a:spcBef>
                <a:spcPct val="0"/>
              </a:spcBef>
            </a:pPr>
            <a:r>
              <a:rPr lang="en-ID" sz="900" dirty="0" err="1">
                <a:latin typeface="Impact" panose="020B0806030902050204" pitchFamily="34" charset="0"/>
              </a:rPr>
              <a:t>Ganti</a:t>
            </a:r>
            <a:r>
              <a:rPr lang="en-ID" sz="900" dirty="0">
                <a:latin typeface="Impact" panose="020B0806030902050204" pitchFamily="34" charset="0"/>
              </a:rPr>
              <a:t> </a:t>
            </a:r>
            <a:r>
              <a:rPr lang="en-ID" sz="900" dirty="0" err="1">
                <a:latin typeface="Impact" panose="020B0806030902050204" pitchFamily="34" charset="0"/>
              </a:rPr>
              <a:t>Kartu</a:t>
            </a:r>
            <a:endParaRPr lang="en-ID" sz="7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7" name="Arrow: Right 76">
            <a:hlinkClick r:id="rId2" action="ppaction://hlinksldjump"/>
            <a:extLst>
              <a:ext uri="{FF2B5EF4-FFF2-40B4-BE49-F238E27FC236}">
                <a16:creationId xmlns:a16="http://schemas.microsoft.com/office/drawing/2014/main" id="{6F97C425-4800-4D9A-BDAB-C60A75506B55}"/>
              </a:ext>
            </a:extLst>
          </p:cNvPr>
          <p:cNvSpPr/>
          <p:nvPr/>
        </p:nvSpPr>
        <p:spPr>
          <a:xfrm>
            <a:off x="1074204" y="2397015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8" name="Picture 77">
            <a:hlinkClick r:id="rId2" action="ppaction://hlinksldjump"/>
            <a:extLst>
              <a:ext uri="{FF2B5EF4-FFF2-40B4-BE49-F238E27FC236}">
                <a16:creationId xmlns:a16="http://schemas.microsoft.com/office/drawing/2014/main" id="{09D6D793-06AC-46C2-B2A9-C98F8B118AF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7" y="2680164"/>
            <a:ext cx="647020" cy="566269"/>
          </a:xfrm>
          <a:prstGeom prst="rect">
            <a:avLst/>
          </a:prstGeom>
        </p:spPr>
      </p:pic>
      <p:pic>
        <p:nvPicPr>
          <p:cNvPr id="79" name="Picture 78">
            <a:hlinkClick r:id="rId2" action="ppaction://hlinksldjump"/>
            <a:extLst>
              <a:ext uri="{FF2B5EF4-FFF2-40B4-BE49-F238E27FC236}">
                <a16:creationId xmlns:a16="http://schemas.microsoft.com/office/drawing/2014/main" id="{11C09F0A-4D34-4229-9A51-1EE5E4B1AF19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453" t="10819" r="14553" b="10819"/>
          <a:stretch/>
        </p:blipFill>
        <p:spPr>
          <a:xfrm rot="18967821">
            <a:off x="317199" y="2855269"/>
            <a:ext cx="481370" cy="500153"/>
          </a:xfrm>
          <a:prstGeom prst="rect">
            <a:avLst/>
          </a:prstGeom>
        </p:spPr>
      </p:pic>
      <p:pic>
        <p:nvPicPr>
          <p:cNvPr id="80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E2C82C1C-B89C-42CA-A353-994C268BFA88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7" t="20845" r="20972" b="54233"/>
          <a:stretch/>
        </p:blipFill>
        <p:spPr>
          <a:xfrm>
            <a:off x="588371" y="2895973"/>
            <a:ext cx="796050" cy="349515"/>
          </a:xfrm>
          <a:prstGeom prst="rect">
            <a:avLst/>
          </a:prstGeom>
        </p:spPr>
      </p:pic>
      <p:pic>
        <p:nvPicPr>
          <p:cNvPr id="82" name="Picture 81">
            <a:hlinkClick r:id="rId2" action="ppaction://hlinksldjump"/>
            <a:extLst>
              <a:ext uri="{FF2B5EF4-FFF2-40B4-BE49-F238E27FC236}">
                <a16:creationId xmlns:a16="http://schemas.microsoft.com/office/drawing/2014/main" id="{07E35C78-6B53-428E-AAF5-20FD75A06827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3077477" y="2023591"/>
            <a:ext cx="306766" cy="1042494"/>
          </a:xfrm>
          <a:prstGeom prst="rect">
            <a:avLst/>
          </a:prstGeom>
        </p:spPr>
      </p:pic>
      <p:sp>
        <p:nvSpPr>
          <p:cNvPr id="83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ABBD2D8B-2425-4E54-9566-EDC14FB73FA7}"/>
              </a:ext>
            </a:extLst>
          </p:cNvPr>
          <p:cNvSpPr/>
          <p:nvPr/>
        </p:nvSpPr>
        <p:spPr>
          <a:xfrm>
            <a:off x="2645317" y="1986922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tx1"/>
                </a:solidFill>
                <a:latin typeface="Impact" pitchFamily="34" charset="0"/>
              </a:rPr>
              <a:t>CHO </a:t>
            </a:r>
            <a:r>
              <a:rPr lang="en-US" sz="1100" b="1" kern="1200" dirty="0" err="1">
                <a:solidFill>
                  <a:schemeClr val="tx1"/>
                </a:solidFill>
                <a:latin typeface="Impact" pitchFamily="34" charset="0"/>
              </a:rPr>
              <a:t>melakuka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pengecekan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Data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pelanggan</a:t>
            </a:r>
            <a:endParaRPr lang="en-ID" sz="1100" b="1" kern="1200" dirty="0">
              <a:solidFill>
                <a:schemeClr val="tx1"/>
              </a:solidFill>
              <a:latin typeface="Impact" pitchFamily="34" charset="0"/>
            </a:endParaRPr>
          </a:p>
        </p:txBody>
      </p:sp>
      <p:pic>
        <p:nvPicPr>
          <p:cNvPr id="88" name="Picture 87">
            <a:hlinkClick r:id="rId2" action="ppaction://hlinksldjump"/>
            <a:extLst>
              <a:ext uri="{FF2B5EF4-FFF2-40B4-BE49-F238E27FC236}">
                <a16:creationId xmlns:a16="http://schemas.microsoft.com/office/drawing/2014/main" id="{96F8E498-8001-47B7-B773-F29CF774FDA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000" b="97885" l="10000" r="90000">
                        <a14:foregroundMark x1="41556" y1="12500" x2="52778" y2="16538"/>
                        <a14:foregroundMark x1="49444" y1="5192" x2="49444" y2="5192"/>
                        <a14:foregroundMark x1="32889" y1="32692" x2="51333" y2="32115"/>
                        <a14:foregroundMark x1="51333" y1="32115" x2="58778" y2="32115"/>
                        <a14:foregroundMark x1="29000" y1="25769" x2="48222" y2="33269"/>
                        <a14:foregroundMark x1="48222" y1="33269" x2="63667" y2="30385"/>
                        <a14:foregroundMark x1="63667" y1="30385" x2="70000" y2="82500"/>
                        <a14:foregroundMark x1="70000" y1="82500" x2="37000" y2="88654"/>
                        <a14:foregroundMark x1="37000" y1="88654" x2="28667" y2="85769"/>
                        <a14:foregroundMark x1="29667" y1="44038" x2="30333" y2="35962"/>
                        <a14:foregroundMark x1="29000" y1="30962" x2="35111" y2="55577"/>
                        <a14:foregroundMark x1="35111" y1="55577" x2="47222" y2="69808"/>
                        <a14:foregroundMark x1="28333" y1="36538" x2="28333" y2="36538"/>
                        <a14:foregroundMark x1="62333" y1="27885" x2="71889" y2="47308"/>
                        <a14:foregroundMark x1="71889" y1="47308" x2="72222" y2="74423"/>
                        <a14:foregroundMark x1="72222" y1="74423" x2="64333" y2="96346"/>
                        <a14:foregroundMark x1="64333" y1="96346" x2="59333" y2="95769"/>
                        <a14:foregroundMark x1="73000" y1="50192" x2="69778" y2="24808"/>
                        <a14:foregroundMark x1="69778" y1="24808" x2="66667" y2="24038"/>
                        <a14:foregroundMark x1="72889" y1="25769" x2="73111" y2="72308"/>
                        <a14:foregroundMark x1="26111" y1="25769" x2="27778" y2="58269"/>
                        <a14:foregroundMark x1="26556" y1="41731" x2="26889" y2="58269"/>
                        <a14:foregroundMark x1="73889" y1="25577" x2="73889" y2="32308"/>
                        <a14:foregroundMark x1="74222" y1="34615" x2="74111" y2="43269"/>
                        <a14:foregroundMark x1="73778" y1="38462" x2="73667" y2="97885"/>
                        <a14:foregroundMark x1="61000" y1="46923" x2="60667" y2="73654"/>
                        <a14:foregroundMark x1="60667" y1="73654" x2="68222" y2="80000"/>
                        <a14:foregroundMark x1="50000" y1="45769" x2="50556" y2="72115"/>
                        <a14:foregroundMark x1="50556" y1="72115" x2="32222" y2="79038"/>
                        <a14:foregroundMark x1="38000" y1="79231" x2="50000" y2="80192"/>
                        <a14:foregroundMark x1="23333" y1="70192" x2="30000" y2="70192"/>
                        <a14:foregroundMark x1="24778" y1="18077" x2="24000" y2="18077"/>
                        <a14:foregroundMark x1="23889" y1="17885" x2="23889" y2="17885"/>
                        <a14:foregroundMark x1="23667" y1="17885" x2="23111" y2="17885"/>
                        <a14:foregroundMark x1="23556" y1="18077" x2="22667" y2="184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105" y="3393367"/>
            <a:ext cx="567635" cy="231378"/>
          </a:xfrm>
          <a:prstGeom prst="rect">
            <a:avLst/>
          </a:prstGeom>
        </p:spPr>
      </p:pic>
      <p:pic>
        <p:nvPicPr>
          <p:cNvPr id="90" name="Picture 89">
            <a:hlinkClick r:id="rId2" action="ppaction://hlinksldjump"/>
            <a:extLst>
              <a:ext uri="{FF2B5EF4-FFF2-40B4-BE49-F238E27FC236}">
                <a16:creationId xmlns:a16="http://schemas.microsoft.com/office/drawing/2014/main" id="{CDF049F1-AAA8-4C4B-92AD-E711AF0A6B4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030488" y="2306796"/>
            <a:ext cx="216890" cy="737066"/>
          </a:xfrm>
          <a:prstGeom prst="rect">
            <a:avLst/>
          </a:prstGeom>
        </p:spPr>
      </p:pic>
      <p:pic>
        <p:nvPicPr>
          <p:cNvPr id="91" name="Picture 90">
            <a:hlinkClick r:id="rId2" action="ppaction://hlinksldjump"/>
            <a:extLst>
              <a:ext uri="{FF2B5EF4-FFF2-40B4-BE49-F238E27FC236}">
                <a16:creationId xmlns:a16="http://schemas.microsoft.com/office/drawing/2014/main" id="{DA09D21E-3855-4FD5-9177-932999927E0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884649" y="2298950"/>
            <a:ext cx="216890" cy="737066"/>
          </a:xfrm>
          <a:prstGeom prst="rect">
            <a:avLst/>
          </a:prstGeom>
        </p:spPr>
      </p:pic>
      <p:sp>
        <p:nvSpPr>
          <p:cNvPr id="92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8CA33EE3-064E-42C0-A16A-AAA36C1A0346}"/>
              </a:ext>
            </a:extLst>
          </p:cNvPr>
          <p:cNvSpPr/>
          <p:nvPr/>
        </p:nvSpPr>
        <p:spPr>
          <a:xfrm>
            <a:off x="4770700" y="1865525"/>
            <a:ext cx="1584102" cy="799116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Data </a:t>
            </a:r>
            <a:r>
              <a:rPr lang="en-US" sz="1200" b="1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</a:t>
            </a:r>
            <a:r>
              <a:rPr lang="en-US" sz="12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idak</a:t>
            </a:r>
            <a:r>
              <a:rPr lang="en-US" sz="12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Valid</a:t>
            </a:r>
          </a:p>
          <a:p>
            <a:pPr marL="0" lvl="0" indent="0" defTabSz="844550">
              <a:spcBef>
                <a:spcPct val="0"/>
              </a:spcBef>
              <a:buNone/>
            </a:pPr>
            <a:endParaRPr lang="en-US" sz="11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12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Data Valid</a:t>
            </a:r>
            <a:endParaRPr lang="en-ID" sz="1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93" name="Arrow: Right 92">
            <a:hlinkClick r:id="rId2" action="ppaction://hlinksldjump"/>
            <a:extLst>
              <a:ext uri="{FF2B5EF4-FFF2-40B4-BE49-F238E27FC236}">
                <a16:creationId xmlns:a16="http://schemas.microsoft.com/office/drawing/2014/main" id="{B7DAF9D0-71E5-49A9-BB31-103A29EF44FA}"/>
              </a:ext>
            </a:extLst>
          </p:cNvPr>
          <p:cNvSpPr/>
          <p:nvPr/>
        </p:nvSpPr>
        <p:spPr>
          <a:xfrm>
            <a:off x="6012461" y="1987184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4" name="Arrow: Bent 93">
            <a:hlinkClick r:id="rId2" action="ppaction://hlinksldjump"/>
            <a:extLst>
              <a:ext uri="{FF2B5EF4-FFF2-40B4-BE49-F238E27FC236}">
                <a16:creationId xmlns:a16="http://schemas.microsoft.com/office/drawing/2014/main" id="{9E59DBEE-1E76-4DC5-B5C0-BCC9F973FD02}"/>
              </a:ext>
            </a:extLst>
          </p:cNvPr>
          <p:cNvSpPr/>
          <p:nvPr/>
        </p:nvSpPr>
        <p:spPr>
          <a:xfrm rot="5400000">
            <a:off x="6003463" y="2349940"/>
            <a:ext cx="252630" cy="228239"/>
          </a:xfrm>
          <a:prstGeom prst="bentArrow">
            <a:avLst>
              <a:gd name="adj1" fmla="val 39999"/>
              <a:gd name="adj2" fmla="val 45998"/>
              <a:gd name="adj3" fmla="val 32500"/>
              <a:gd name="adj4" fmla="val 437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95" name="Rectangle 94">
            <a:hlinkClick r:id="rId2" action="ppaction://hlinksldjump"/>
            <a:extLst>
              <a:ext uri="{FF2B5EF4-FFF2-40B4-BE49-F238E27FC236}">
                <a16:creationId xmlns:a16="http://schemas.microsoft.com/office/drawing/2014/main" id="{D2932766-EF6B-4CCD-9082-9A5EFC0B4028}"/>
              </a:ext>
            </a:extLst>
          </p:cNvPr>
          <p:cNvSpPr/>
          <p:nvPr/>
        </p:nvSpPr>
        <p:spPr>
          <a:xfrm>
            <a:off x="4770700" y="2255732"/>
            <a:ext cx="158410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7" name="Picture 96">
            <a:hlinkClick r:id="rId2" action="ppaction://hlinksldjump"/>
            <a:extLst>
              <a:ext uri="{FF2B5EF4-FFF2-40B4-BE49-F238E27FC236}">
                <a16:creationId xmlns:a16="http://schemas.microsoft.com/office/drawing/2014/main" id="{EB359B05-8C6D-459E-AFC6-71E7AA39E1C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0809523" y="5918678"/>
            <a:ext cx="511879" cy="565766"/>
          </a:xfrm>
          <a:prstGeom prst="rect">
            <a:avLst/>
          </a:prstGeom>
        </p:spPr>
      </p:pic>
      <p:pic>
        <p:nvPicPr>
          <p:cNvPr id="98" name="Picture 97">
            <a:hlinkClick r:id="rId2" action="ppaction://hlinksldjump"/>
            <a:extLst>
              <a:ext uri="{FF2B5EF4-FFF2-40B4-BE49-F238E27FC236}">
                <a16:creationId xmlns:a16="http://schemas.microsoft.com/office/drawing/2014/main" id="{0FF27113-82C0-4611-9FF7-D027044203A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3268333" y="3376349"/>
            <a:ext cx="231820" cy="256224"/>
          </a:xfrm>
          <a:prstGeom prst="rect">
            <a:avLst/>
          </a:prstGeom>
        </p:spPr>
      </p:pic>
      <p:pic>
        <p:nvPicPr>
          <p:cNvPr id="99" name="Picture 98">
            <a:hlinkClick r:id="rId2" action="ppaction://hlinksldjump"/>
            <a:extLst>
              <a:ext uri="{FF2B5EF4-FFF2-40B4-BE49-F238E27FC236}">
                <a16:creationId xmlns:a16="http://schemas.microsoft.com/office/drawing/2014/main" id="{72E63194-4BB8-46A8-B008-6EAD6AA377C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10774475" y="2291519"/>
            <a:ext cx="216890" cy="737066"/>
          </a:xfrm>
          <a:prstGeom prst="rect">
            <a:avLst/>
          </a:prstGeom>
        </p:spPr>
      </p:pic>
      <p:sp>
        <p:nvSpPr>
          <p:cNvPr id="100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F195517F-7DDA-433B-B4C4-5D9A425C478B}"/>
              </a:ext>
            </a:extLst>
          </p:cNvPr>
          <p:cNvSpPr/>
          <p:nvPr/>
        </p:nvSpPr>
        <p:spPr>
          <a:xfrm>
            <a:off x="10327766" y="2051736"/>
            <a:ext cx="1107424" cy="601552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Closed</a:t>
            </a:r>
            <a:endParaRPr lang="en-ID" sz="1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102" name="Picture 101">
            <a:hlinkClick r:id="rId2" action="ppaction://hlinksldjump"/>
            <a:extLst>
              <a:ext uri="{FF2B5EF4-FFF2-40B4-BE49-F238E27FC236}">
                <a16:creationId xmlns:a16="http://schemas.microsoft.com/office/drawing/2014/main" id="{613E7518-AB05-4B12-8B83-26C300DF374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0596" y="2532204"/>
            <a:ext cx="693645" cy="1070464"/>
          </a:xfrm>
          <a:prstGeom prst="rect">
            <a:avLst/>
          </a:prstGeom>
        </p:spPr>
      </p:pic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B501C272-1CCE-4E0F-843E-FB57E5A5613A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5000" b="74250" l="8000" r="90500">
                        <a14:foregroundMark x1="10000" y1="38250" x2="12500" y2="73250"/>
                        <a14:foregroundMark x1="11000" y1="73250" x2="8000" y2="73250"/>
                        <a14:foregroundMark x1="66250" y1="15500" x2="66250" y2="15000"/>
                        <a14:foregroundMark x1="44766" y1="69500" x2="44750" y2="70000"/>
                        <a14:foregroundMark x1="44797" y1="68500" x2="44766" y2="69500"/>
                        <a14:foregroundMark x1="44828" y1="67500" x2="44797" y2="68500"/>
                        <a14:foregroundMark x1="44977" y1="62750" x2="44828" y2="67500"/>
                        <a14:foregroundMark x1="45000" y1="62000" x2="44977" y2="62750"/>
                        <a14:backgroundMark x1="60750" y1="67250" x2="86250" y2="66000"/>
                        <a14:backgroundMark x1="54500" y1="54000" x2="99250" y2="62000"/>
                        <a14:backgroundMark x1="63250" y1="60750" x2="85750" y2="65000"/>
                        <a14:backgroundMark x1="50500" y1="67000" x2="56500" y2="66750"/>
                        <a14:backgroundMark x1="65250" y1="69250" x2="88750" y2="69500"/>
                        <a14:backgroundMark x1="89250" y1="71000" x2="58250" y2="73000"/>
                        <a14:backgroundMark x1="51500" y1="70000" x2="51500" y2="62250"/>
                        <a14:backgroundMark x1="49062" y1="68163" x2="59750" y2="70000"/>
                        <a14:backgroundMark x1="49000" y1="71000" x2="52250" y2="73750"/>
                        <a14:backgroundMark x1="50250" y1="63000" x2="50250" y2="63000"/>
                        <a14:backgroundMark x1="49500" y1="62250" x2="49500" y2="62250"/>
                        <a14:backgroundMark x1="49250" y1="62750" x2="49250" y2="62750"/>
                        <a14:backgroundMark x1="49250" y1="61750" x2="49250" y2="61750"/>
                        <a14:backgroundMark x1="48500" y1="62000" x2="48500" y2="62000"/>
                        <a14:backgroundMark x1="49500" y1="67000" x2="49500" y2="67000"/>
                        <a14:backgroundMark x1="49500" y1="68000" x2="49500" y2="68000"/>
                        <a14:backgroundMark x1="48750" y1="69500" x2="48750" y2="69500"/>
                        <a14:backgroundMark x1="48500" y1="68500" x2="48500" y2="68500"/>
                        <a14:backgroundMark x1="48250" y1="67500" x2="48250" y2="67500"/>
                        <a14:backgroundMark x1="48250" y1="70000" x2="48250" y2="70000"/>
                        <a14:backgroundMark x1="48250" y1="71750" x2="48250" y2="71750"/>
                        <a14:backgroundMark x1="49000" y1="72000" x2="49000" y2="7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75" t="9010" r="27150" b="18250"/>
          <a:stretch/>
        </p:blipFill>
        <p:spPr>
          <a:xfrm>
            <a:off x="11179175" y="2660052"/>
            <a:ext cx="350886" cy="377152"/>
          </a:xfrm>
          <a:prstGeom prst="rect">
            <a:avLst/>
          </a:prstGeom>
        </p:spPr>
      </p:pic>
      <p:pic>
        <p:nvPicPr>
          <p:cNvPr id="104" name="Picture 103">
            <a:hlinkClick r:id="rId2" action="ppaction://hlinksldjump"/>
            <a:extLst>
              <a:ext uri="{FF2B5EF4-FFF2-40B4-BE49-F238E27FC236}">
                <a16:creationId xmlns:a16="http://schemas.microsoft.com/office/drawing/2014/main" id="{E90C7E04-92A9-4961-B927-22F071C40C4A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8057213" y="2167096"/>
            <a:ext cx="261261" cy="887851"/>
          </a:xfrm>
          <a:prstGeom prst="rect">
            <a:avLst/>
          </a:prstGeom>
        </p:spPr>
      </p:pic>
      <p:sp>
        <p:nvSpPr>
          <p:cNvPr id="105" name="CB akhir">
            <a:hlinkClick r:id="rId2" action="ppaction://hlinksldjump"/>
            <a:extLst>
              <a:ext uri="{FF2B5EF4-FFF2-40B4-BE49-F238E27FC236}">
                <a16:creationId xmlns:a16="http://schemas.microsoft.com/office/drawing/2014/main" id="{78A5E118-FA1F-4221-813B-DAB259D04CC6}"/>
              </a:ext>
            </a:extLst>
          </p:cNvPr>
          <p:cNvSpPr/>
          <p:nvPr/>
        </p:nvSpPr>
        <p:spPr>
          <a:xfrm>
            <a:off x="7595717" y="2000718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Ganti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kartu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Online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belum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dapat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diproses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6" name="Picture 105">
            <a:hlinkClick r:id="rId2" action="ppaction://hlinksldjump"/>
            <a:extLst>
              <a:ext uri="{FF2B5EF4-FFF2-40B4-BE49-F238E27FC236}">
                <a16:creationId xmlns:a16="http://schemas.microsoft.com/office/drawing/2014/main" id="{5CA2B159-B9B8-435F-9138-99C4B56F88D9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3120454" y="4179326"/>
            <a:ext cx="220811" cy="750390"/>
          </a:xfrm>
          <a:prstGeom prst="rect">
            <a:avLst/>
          </a:prstGeom>
        </p:spPr>
      </p:pic>
      <p:sp>
        <p:nvSpPr>
          <p:cNvPr id="107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CFC534E5-442B-4297-AAB3-298D2742920D}"/>
              </a:ext>
            </a:extLst>
          </p:cNvPr>
          <p:cNvSpPr/>
          <p:nvPr/>
        </p:nvSpPr>
        <p:spPr>
          <a:xfrm>
            <a:off x="2688143" y="3933622"/>
            <a:ext cx="1160379" cy="62368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konfirmasi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ke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Pelanggan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terkait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</a:p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S &amp; K </a:t>
            </a:r>
          </a:p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Ganti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Kartu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Online</a:t>
            </a:r>
            <a:endParaRPr lang="en-ID" sz="8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18" name="Picture 117">
            <a:hlinkClick r:id="rId2" action="ppaction://hlinksldjump"/>
            <a:extLst>
              <a:ext uri="{FF2B5EF4-FFF2-40B4-BE49-F238E27FC236}">
                <a16:creationId xmlns:a16="http://schemas.microsoft.com/office/drawing/2014/main" id="{2A3E4C6D-24ED-4644-A4F2-D1593E72FAB6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4622015" y="4256805"/>
            <a:ext cx="201045" cy="683219"/>
          </a:xfrm>
          <a:prstGeom prst="rect">
            <a:avLst/>
          </a:prstGeom>
        </p:spPr>
      </p:pic>
      <p:pic>
        <p:nvPicPr>
          <p:cNvPr id="119" name="Picture 118">
            <a:hlinkClick r:id="rId2" action="ppaction://hlinksldjump"/>
            <a:extLst>
              <a:ext uri="{FF2B5EF4-FFF2-40B4-BE49-F238E27FC236}">
                <a16:creationId xmlns:a16="http://schemas.microsoft.com/office/drawing/2014/main" id="{A91A577B-34D3-4B92-A7C3-C0C280DBD66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636891" y="4248959"/>
            <a:ext cx="201045" cy="683219"/>
          </a:xfrm>
          <a:prstGeom prst="rect">
            <a:avLst/>
          </a:prstGeom>
        </p:spPr>
      </p:pic>
      <p:sp>
        <p:nvSpPr>
          <p:cNvPr id="120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53FD2E7C-0A1C-4259-9A09-818DC1F02538}"/>
              </a:ext>
            </a:extLst>
          </p:cNvPr>
          <p:cNvSpPr/>
          <p:nvPr/>
        </p:nvSpPr>
        <p:spPr>
          <a:xfrm>
            <a:off x="4478733" y="3892246"/>
            <a:ext cx="1468378" cy="740603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endParaRPr lang="en-US" sz="11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lvl="0" indent="0" defTabSz="844550">
              <a:spcBef>
                <a:spcPts val="10"/>
              </a:spcBef>
              <a:spcAft>
                <a:spcPts val="10"/>
              </a:spcAft>
              <a:buNone/>
            </a:pPr>
            <a:r>
              <a:rPr lang="en-US" sz="1100" b="1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Pelanggan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tidak</a:t>
            </a:r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setuju</a:t>
            </a:r>
            <a:endParaRPr lang="en-US" sz="11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defTabSz="844550">
              <a:spcBef>
                <a:spcPts val="10"/>
              </a:spcBef>
              <a:spcAft>
                <a:spcPts val="10"/>
              </a:spcAft>
            </a:pPr>
            <a:endParaRPr lang="en-US" sz="11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defTabSz="844550">
              <a:spcBef>
                <a:spcPts val="10"/>
              </a:spcBef>
              <a:spcAft>
                <a:spcPts val="10"/>
              </a:spcAft>
            </a:pPr>
            <a:r>
              <a:rPr lang="en-US" sz="1050" b="1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Pelanggan</a:t>
            </a:r>
            <a:r>
              <a:rPr lang="en-US" sz="105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050" b="1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setuju</a:t>
            </a:r>
            <a:endParaRPr lang="en-US" sz="105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endParaRPr lang="en-ID" sz="1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2" name="TextBox 1">
            <a:hlinkClick r:id="rId2" action="ppaction://hlinksldjump"/>
            <a:extLst>
              <a:ext uri="{FF2B5EF4-FFF2-40B4-BE49-F238E27FC236}">
                <a16:creationId xmlns:a16="http://schemas.microsoft.com/office/drawing/2014/main" id="{ED889353-C44C-4CEC-88A3-1C8751381719}"/>
              </a:ext>
            </a:extLst>
          </p:cNvPr>
          <p:cNvSpPr txBox="1"/>
          <p:nvPr/>
        </p:nvSpPr>
        <p:spPr>
          <a:xfrm>
            <a:off x="7222062" y="1193750"/>
            <a:ext cx="5024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F98D8"/>
                </a:solidFill>
                <a:latin typeface="Impact" panose="020B0806030902050204" pitchFamily="34" charset="0"/>
              </a:rPr>
              <a:t>Phase 1</a:t>
            </a:r>
            <a:endParaRPr lang="en-ID" sz="800" dirty="0">
              <a:solidFill>
                <a:srgbClr val="0F98D8"/>
              </a:solidFill>
              <a:latin typeface="Impact" panose="020B0806030902050204" pitchFamily="34" charset="0"/>
            </a:endParaRPr>
          </a:p>
        </p:txBody>
      </p:sp>
      <p:sp>
        <p:nvSpPr>
          <p:cNvPr id="121" name="Arrow: Right 120">
            <a:hlinkClick r:id="rId2" action="ppaction://hlinksldjump"/>
            <a:extLst>
              <a:ext uri="{FF2B5EF4-FFF2-40B4-BE49-F238E27FC236}">
                <a16:creationId xmlns:a16="http://schemas.microsoft.com/office/drawing/2014/main" id="{DD7554CC-179A-4F95-8480-A9711DA90B9A}"/>
              </a:ext>
            </a:extLst>
          </p:cNvPr>
          <p:cNvSpPr/>
          <p:nvPr/>
        </p:nvSpPr>
        <p:spPr>
          <a:xfrm>
            <a:off x="5673084" y="4013119"/>
            <a:ext cx="211565" cy="19755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2" name="Arrow: Bent 121">
            <a:hlinkClick r:id="rId2" action="ppaction://hlinksldjump"/>
            <a:extLst>
              <a:ext uri="{FF2B5EF4-FFF2-40B4-BE49-F238E27FC236}">
                <a16:creationId xmlns:a16="http://schemas.microsoft.com/office/drawing/2014/main" id="{D665F256-81BF-42C1-8F5C-177263BCFC40}"/>
              </a:ext>
            </a:extLst>
          </p:cNvPr>
          <p:cNvSpPr/>
          <p:nvPr/>
        </p:nvSpPr>
        <p:spPr>
          <a:xfrm rot="5400000">
            <a:off x="5661801" y="4371717"/>
            <a:ext cx="234130" cy="211565"/>
          </a:xfrm>
          <a:prstGeom prst="bentArrow">
            <a:avLst>
              <a:gd name="adj1" fmla="val 39999"/>
              <a:gd name="adj2" fmla="val 45998"/>
              <a:gd name="adj3" fmla="val 32500"/>
              <a:gd name="adj4" fmla="val 437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23" name="Rectangle 122">
            <a:hlinkClick r:id="rId2" action="ppaction://hlinksldjump"/>
            <a:extLst>
              <a:ext uri="{FF2B5EF4-FFF2-40B4-BE49-F238E27FC236}">
                <a16:creationId xmlns:a16="http://schemas.microsoft.com/office/drawing/2014/main" id="{5AAF84BB-1A5C-457D-9AEF-EFFF58A85116}"/>
              </a:ext>
            </a:extLst>
          </p:cNvPr>
          <p:cNvSpPr/>
          <p:nvPr/>
        </p:nvSpPr>
        <p:spPr>
          <a:xfrm>
            <a:off x="4478733" y="4271467"/>
            <a:ext cx="146837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24" name="Picture 123">
            <a:hlinkClick r:id="rId2" action="ppaction://hlinksldjump"/>
            <a:extLst>
              <a:ext uri="{FF2B5EF4-FFF2-40B4-BE49-F238E27FC236}">
                <a16:creationId xmlns:a16="http://schemas.microsoft.com/office/drawing/2014/main" id="{F5D7091F-4059-468D-AD4C-0F25402BB2AC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220427" y="5665281"/>
            <a:ext cx="268750" cy="913303"/>
          </a:xfrm>
          <a:prstGeom prst="rect">
            <a:avLst/>
          </a:prstGeom>
        </p:spPr>
      </p:pic>
      <p:sp>
        <p:nvSpPr>
          <p:cNvPr id="125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D70D3806-C8FD-4CA1-AAD4-D960B2FBF2FB}"/>
              </a:ext>
            </a:extLst>
          </p:cNvPr>
          <p:cNvSpPr/>
          <p:nvPr/>
        </p:nvSpPr>
        <p:spPr>
          <a:xfrm>
            <a:off x="5735778" y="5444187"/>
            <a:ext cx="1200736" cy="633811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konfirmasi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ke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Grapari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terdekat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dengan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lokasi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pelanggan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26" name="Picture 125">
            <a:hlinkClick r:id="rId2" action="ppaction://hlinksldjump"/>
            <a:extLst>
              <a:ext uri="{FF2B5EF4-FFF2-40B4-BE49-F238E27FC236}">
                <a16:creationId xmlns:a16="http://schemas.microsoft.com/office/drawing/2014/main" id="{548E4E0F-0851-46B8-8996-C2D8A1B4C1CD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7872141" y="5665281"/>
            <a:ext cx="268750" cy="913303"/>
          </a:xfrm>
          <a:prstGeom prst="rect">
            <a:avLst/>
          </a:prstGeom>
        </p:spPr>
      </p:pic>
      <p:sp>
        <p:nvSpPr>
          <p:cNvPr id="127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CB52F136-BF0F-4826-A83E-1F940D724EC3}"/>
              </a:ext>
            </a:extLst>
          </p:cNvPr>
          <p:cNvSpPr/>
          <p:nvPr/>
        </p:nvSpPr>
        <p:spPr>
          <a:xfrm>
            <a:off x="7387492" y="5444187"/>
            <a:ext cx="1200736" cy="633811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1000" dirty="0" err="1">
                <a:solidFill>
                  <a:srgbClr val="FFFF00"/>
                </a:solidFill>
                <a:latin typeface="Impact" panose="020B0806030902050204" pitchFamily="34" charset="0"/>
              </a:rPr>
              <a:t>Grapari</a:t>
            </a:r>
            <a:r>
              <a:rPr lang="en-ID" sz="10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1000" dirty="0" err="1">
                <a:solidFill>
                  <a:srgbClr val="FFFF00"/>
                </a:solidFill>
                <a:latin typeface="Impact" panose="020B0806030902050204" pitchFamily="34" charset="0"/>
              </a:rPr>
              <a:t>melakukan</a:t>
            </a:r>
            <a:r>
              <a:rPr lang="en-ID" sz="1000" dirty="0">
                <a:solidFill>
                  <a:srgbClr val="FFFF00"/>
                </a:solidFill>
                <a:latin typeface="Impact" panose="020B0806030902050204" pitchFamily="34" charset="0"/>
              </a:rPr>
              <a:t> proses </a:t>
            </a:r>
            <a:r>
              <a:rPr lang="en-ID" sz="1000" dirty="0" err="1">
                <a:solidFill>
                  <a:srgbClr val="FFFF00"/>
                </a:solidFill>
                <a:latin typeface="Impact" panose="020B0806030902050204" pitchFamily="34" charset="0"/>
              </a:rPr>
              <a:t>Ganti</a:t>
            </a:r>
            <a:r>
              <a:rPr lang="en-ID" sz="10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1000" dirty="0" err="1">
                <a:solidFill>
                  <a:srgbClr val="FFFF00"/>
                </a:solidFill>
                <a:latin typeface="Impact" panose="020B0806030902050204" pitchFamily="34" charset="0"/>
              </a:rPr>
              <a:t>Kartu</a:t>
            </a:r>
            <a:endParaRPr lang="en-ID" sz="10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128" name="Picture 127">
            <a:hlinkClick r:id="rId2" action="ppaction://hlinksldjump"/>
            <a:extLst>
              <a:ext uri="{FF2B5EF4-FFF2-40B4-BE49-F238E27FC236}">
                <a16:creationId xmlns:a16="http://schemas.microsoft.com/office/drawing/2014/main" id="{54345A94-EC7D-47B1-A8ED-2BE2F47C3340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9523855" y="5665281"/>
            <a:ext cx="268750" cy="913303"/>
          </a:xfrm>
          <a:prstGeom prst="rect">
            <a:avLst/>
          </a:prstGeom>
        </p:spPr>
      </p:pic>
      <p:sp>
        <p:nvSpPr>
          <p:cNvPr id="129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524F9BD2-FC0D-47DB-9767-C5511A42281B}"/>
              </a:ext>
            </a:extLst>
          </p:cNvPr>
          <p:cNvSpPr/>
          <p:nvPr/>
        </p:nvSpPr>
        <p:spPr>
          <a:xfrm>
            <a:off x="9039206" y="5444187"/>
            <a:ext cx="1200736" cy="633811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Grapari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Konfirmasi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ke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pelanggan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dan Monitoring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pengiriman</a:t>
            </a:r>
            <a:r>
              <a:rPr lang="en-ID" sz="9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rgbClr val="FFFF00"/>
                </a:solidFill>
                <a:latin typeface="Impact" panose="020B0806030902050204" pitchFamily="34" charset="0"/>
              </a:rPr>
              <a:t>kartu</a:t>
            </a:r>
            <a:endParaRPr lang="en-ID" sz="9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133" name="Picture 132">
            <a:hlinkClick r:id="rId2" action="ppaction://hlinksldjump"/>
            <a:extLst>
              <a:ext uri="{FF2B5EF4-FFF2-40B4-BE49-F238E27FC236}">
                <a16:creationId xmlns:a16="http://schemas.microsoft.com/office/drawing/2014/main" id="{70D3EFE7-FD2B-4823-94AD-ED04B0BA27E2}"/>
              </a:ext>
            </a:extLst>
          </p:cNvPr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9769196" y="4132835"/>
            <a:ext cx="295577" cy="803610"/>
          </a:xfrm>
          <a:prstGeom prst="rect">
            <a:avLst/>
          </a:prstGeom>
        </p:spPr>
      </p:pic>
      <p:sp>
        <p:nvSpPr>
          <p:cNvPr id="132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9B76B049-1B9D-482F-BB1C-C992BA63FA66}"/>
              </a:ext>
            </a:extLst>
          </p:cNvPr>
          <p:cNvSpPr/>
          <p:nvPr/>
        </p:nvSpPr>
        <p:spPr>
          <a:xfrm>
            <a:off x="9470613" y="3915002"/>
            <a:ext cx="898273" cy="601552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 err="1">
                <a:solidFill>
                  <a:schemeClr val="bg1"/>
                </a:solidFill>
                <a:latin typeface="Impact" panose="020B0806030902050204" pitchFamily="34" charset="0"/>
              </a:rPr>
              <a:t>Pelanggan</a:t>
            </a:r>
            <a:r>
              <a:rPr lang="en-ID" sz="900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Impact" panose="020B0806030902050204" pitchFamily="34" charset="0"/>
              </a:rPr>
              <a:t>menerima</a:t>
            </a:r>
            <a:endParaRPr lang="en-ID" sz="900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 err="1">
                <a:solidFill>
                  <a:schemeClr val="bg1"/>
                </a:solidFill>
                <a:latin typeface="Impact" panose="020B0806030902050204" pitchFamily="34" charset="0"/>
              </a:rPr>
              <a:t>kartu</a:t>
            </a:r>
            <a:r>
              <a:rPr lang="en-ID" sz="900" dirty="0">
                <a:solidFill>
                  <a:schemeClr val="bg1"/>
                </a:solidFill>
                <a:latin typeface="Impact" panose="020B0806030902050204" pitchFamily="34" charset="0"/>
              </a:rPr>
              <a:t> yang </a:t>
            </a:r>
            <a:r>
              <a:rPr lang="en-ID" sz="900" dirty="0" err="1">
                <a:solidFill>
                  <a:schemeClr val="bg1"/>
                </a:solidFill>
                <a:latin typeface="Impact" panose="020B0806030902050204" pitchFamily="34" charset="0"/>
              </a:rPr>
              <a:t>baru</a:t>
            </a:r>
            <a:endParaRPr lang="en-ID" sz="900" b="1" kern="1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34" name="Picture 133">
            <a:hlinkClick r:id="rId2" action="ppaction://hlinksldjump"/>
            <a:extLst>
              <a:ext uri="{FF2B5EF4-FFF2-40B4-BE49-F238E27FC236}">
                <a16:creationId xmlns:a16="http://schemas.microsoft.com/office/drawing/2014/main" id="{3F5D13E6-A75B-46B4-99A5-B16DD0823A7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0107416" y="4315531"/>
            <a:ext cx="511879" cy="565766"/>
          </a:xfrm>
          <a:prstGeom prst="rect">
            <a:avLst/>
          </a:prstGeom>
        </p:spPr>
      </p:pic>
      <p:pic>
        <p:nvPicPr>
          <p:cNvPr id="135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0F2A6BD0-329B-497D-B754-4CAE0CF82C9D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7" t="20845" r="20972" b="54233"/>
          <a:stretch/>
        </p:blipFill>
        <p:spPr>
          <a:xfrm flipH="1">
            <a:off x="5140872" y="2907675"/>
            <a:ext cx="796050" cy="349515"/>
          </a:xfrm>
          <a:prstGeom prst="rect">
            <a:avLst/>
          </a:prstGeom>
        </p:spPr>
      </p:pic>
      <p:pic>
        <p:nvPicPr>
          <p:cNvPr id="137" name="Picture 136">
            <a:hlinkClick r:id="rId2" action="ppaction://hlinksldjump"/>
            <a:extLst>
              <a:ext uri="{FF2B5EF4-FFF2-40B4-BE49-F238E27FC236}">
                <a16:creationId xmlns:a16="http://schemas.microsoft.com/office/drawing/2014/main" id="{A42A5879-D1E1-40F1-9FBD-1AEA24A95A8B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65" t="26069" r="33916" b="42334"/>
          <a:stretch/>
        </p:blipFill>
        <p:spPr>
          <a:xfrm>
            <a:off x="6682213" y="2730705"/>
            <a:ext cx="349660" cy="339747"/>
          </a:xfrm>
          <a:prstGeom prst="rect">
            <a:avLst/>
          </a:prstGeom>
        </p:spPr>
      </p:pic>
      <p:pic>
        <p:nvPicPr>
          <p:cNvPr id="138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2C6F9C7A-61E8-4939-ADAA-F93E64555533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7" t="20845" r="20972" b="54233"/>
          <a:stretch/>
        </p:blipFill>
        <p:spPr>
          <a:xfrm>
            <a:off x="4826181" y="4772253"/>
            <a:ext cx="796050" cy="349515"/>
          </a:xfrm>
          <a:prstGeom prst="rect">
            <a:avLst/>
          </a:prstGeom>
        </p:spPr>
      </p:pic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CA7886C3-BB4D-4446-A506-D90DF4C127A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068" y="1639452"/>
            <a:ext cx="3649864" cy="2526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1F52FBF1-DF11-44FA-BC10-C8561F2C050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411" y="2630894"/>
            <a:ext cx="6009179" cy="1282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hlinkClick r:id="rId2" action="ppaction://hlinksldjump"/>
            <a:extLst>
              <a:ext uri="{FF2B5EF4-FFF2-40B4-BE49-F238E27FC236}">
                <a16:creationId xmlns:a16="http://schemas.microsoft.com/office/drawing/2014/main" id="{AF2CA8EC-3AD9-4D74-8BED-F2C6FE0F678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11" y="2740917"/>
            <a:ext cx="7554379" cy="1086002"/>
          </a:xfrm>
          <a:prstGeom prst="rect">
            <a:avLst/>
          </a:prstGeom>
        </p:spPr>
      </p:pic>
      <p:pic>
        <p:nvPicPr>
          <p:cNvPr id="10" name="Picture 9">
            <a:hlinkClick r:id="rId2" action="ppaction://hlinksldjump"/>
            <a:extLst>
              <a:ext uri="{FF2B5EF4-FFF2-40B4-BE49-F238E27FC236}">
                <a16:creationId xmlns:a16="http://schemas.microsoft.com/office/drawing/2014/main" id="{F72634F4-1793-4E46-A113-35865F795973}"/>
              </a:ext>
            </a:extLst>
          </p:cNvPr>
          <p:cNvPicPr>
            <a:picLocks noChangeAspect="1"/>
          </p:cNvPicPr>
          <p:nvPr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39" y="3892246"/>
            <a:ext cx="2072668" cy="1554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hlinkClick r:id="rId2" action="ppaction://hlinksldjump"/>
            <a:extLst>
              <a:ext uri="{FF2B5EF4-FFF2-40B4-BE49-F238E27FC236}">
                <a16:creationId xmlns:a16="http://schemas.microsoft.com/office/drawing/2014/main" id="{C37A5CD3-4F79-4712-9C44-99DA748B67B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72" y="1653755"/>
            <a:ext cx="4709856" cy="29834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hlinkClick r:id="rId2" action="ppaction://hlinksldjump"/>
            <a:extLst>
              <a:ext uri="{FF2B5EF4-FFF2-40B4-BE49-F238E27FC236}">
                <a16:creationId xmlns:a16="http://schemas.microsoft.com/office/drawing/2014/main" id="{37A3E4A5-D4F6-451F-AF6B-42CDA950BA2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443" y="2373980"/>
            <a:ext cx="5431114" cy="16952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hlinkClick r:id="rId2" action="ppaction://hlinksldjump"/>
            <a:extLst>
              <a:ext uri="{FF2B5EF4-FFF2-40B4-BE49-F238E27FC236}">
                <a16:creationId xmlns:a16="http://schemas.microsoft.com/office/drawing/2014/main" id="{39EA3C6D-2A80-45E9-AF6D-DE4C3C8747DD}"/>
              </a:ext>
            </a:extLst>
          </p:cNvPr>
          <p:cNvPicPr>
            <a:picLocks noChangeAspect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726" y="1717941"/>
            <a:ext cx="3282548" cy="24619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6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955EDEFC-AE8D-4788-873B-FF8797BB2651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7" t="20845" r="20972" b="54233"/>
          <a:stretch/>
        </p:blipFill>
        <p:spPr>
          <a:xfrm>
            <a:off x="2078202" y="4780500"/>
            <a:ext cx="796050" cy="349515"/>
          </a:xfrm>
          <a:prstGeom prst="rect">
            <a:avLst/>
          </a:prstGeom>
        </p:spPr>
      </p:pic>
      <p:pic>
        <p:nvPicPr>
          <p:cNvPr id="101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E1A5EDB6-7663-4D68-BB36-2A0D6B3B14D2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7" t="20845" r="20972" b="54233"/>
          <a:stretch/>
        </p:blipFill>
        <p:spPr>
          <a:xfrm>
            <a:off x="586434" y="2896173"/>
            <a:ext cx="796050" cy="349515"/>
          </a:xfrm>
          <a:prstGeom prst="rect">
            <a:avLst/>
          </a:prstGeom>
        </p:spPr>
      </p:pic>
      <p:sp>
        <p:nvSpPr>
          <p:cNvPr id="25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DFE1D0B0-0350-4E2C-98E7-11D36BB4169F}"/>
              </a:ext>
            </a:extLst>
          </p:cNvPr>
          <p:cNvSpPr/>
          <p:nvPr/>
        </p:nvSpPr>
        <p:spPr>
          <a:xfrm>
            <a:off x="-1" y="1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hlinkClick r:id="rId2" action="ppaction://hlinksldjump"/>
            <a:extLst>
              <a:ext uri="{FF2B5EF4-FFF2-40B4-BE49-F238E27FC236}">
                <a16:creationId xmlns:a16="http://schemas.microsoft.com/office/drawing/2014/main" id="{F9FE30A8-2A05-4436-ACAD-18F75B3E4F6E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hlinkClick r:id="rId2" action="ppaction://hlinksldjump"/>
            <a:extLst>
              <a:ext uri="{FF2B5EF4-FFF2-40B4-BE49-F238E27FC236}">
                <a16:creationId xmlns:a16="http://schemas.microsoft.com/office/drawing/2014/main" id="{37F70634-4D19-4371-9117-E836008369B1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hlinkClick r:id="rId2" action="ppaction://hlinksldjump"/>
            <a:extLst>
              <a:ext uri="{FF2B5EF4-FFF2-40B4-BE49-F238E27FC236}">
                <a16:creationId xmlns:a16="http://schemas.microsoft.com/office/drawing/2014/main" id="{F21DCD22-465B-42CC-A6C1-3DCE63B228EA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hlinkClick r:id="rId2" action="ppaction://hlinksldjump"/>
            <a:extLst>
              <a:ext uri="{FF2B5EF4-FFF2-40B4-BE49-F238E27FC236}">
                <a16:creationId xmlns:a16="http://schemas.microsoft.com/office/drawing/2014/main" id="{F473A8F4-6D51-4FE8-A13D-48BCCD83BB0A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145C3331-55AC-48D1-83FD-6E7D58D165D5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E6CABB96-30C9-40CC-92EA-2605F97B4E36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 32">
            <a:hlinkClick r:id="rId2" action="ppaction://hlinksldjump"/>
            <a:extLst>
              <a:ext uri="{FF2B5EF4-FFF2-40B4-BE49-F238E27FC236}">
                <a16:creationId xmlns:a16="http://schemas.microsoft.com/office/drawing/2014/main" id="{5BA35031-5F8F-4F16-B5C6-2360CAD4848A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2" action="ppaction://hlinksldjump"/>
            <a:extLst>
              <a:ext uri="{FF2B5EF4-FFF2-40B4-BE49-F238E27FC236}">
                <a16:creationId xmlns:a16="http://schemas.microsoft.com/office/drawing/2014/main" id="{41674E2C-ECDB-49BC-84DB-FCFD2B3AA835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hlinkClick r:id="rId2" action="ppaction://hlinksldjump"/>
            <a:extLst>
              <a:ext uri="{FF2B5EF4-FFF2-40B4-BE49-F238E27FC236}">
                <a16:creationId xmlns:a16="http://schemas.microsoft.com/office/drawing/2014/main" id="{5363ACED-AB5F-472B-8DB6-0DC3EFF3DB86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hlinkClick r:id="rId2" action="ppaction://hlinksldjump"/>
            <a:extLst>
              <a:ext uri="{FF2B5EF4-FFF2-40B4-BE49-F238E27FC236}">
                <a16:creationId xmlns:a16="http://schemas.microsoft.com/office/drawing/2014/main" id="{D02540A3-2D61-46AE-BBC7-3B0AB479E5FD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Cylinder 55">
            <a:hlinkClick r:id="rId2" action="ppaction://hlinksldjump"/>
            <a:extLst>
              <a:ext uri="{FF2B5EF4-FFF2-40B4-BE49-F238E27FC236}">
                <a16:creationId xmlns:a16="http://schemas.microsoft.com/office/drawing/2014/main" id="{46BD18F4-3484-4E1C-A4B8-EDE8C7C6353A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Rectangle 56">
            <a:hlinkClick r:id="rId2" action="ppaction://hlinksldjump"/>
            <a:extLst>
              <a:ext uri="{FF2B5EF4-FFF2-40B4-BE49-F238E27FC236}">
                <a16:creationId xmlns:a16="http://schemas.microsoft.com/office/drawing/2014/main" id="{67DFA67E-1EA5-4DDF-ABA7-B13AA3E6DC39}"/>
              </a:ext>
            </a:extLst>
          </p:cNvPr>
          <p:cNvSpPr/>
          <p:nvPr/>
        </p:nvSpPr>
        <p:spPr>
          <a:xfrm>
            <a:off x="-8480" y="13991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8" name="Hamburger">
            <a:extLst>
              <a:ext uri="{FF2B5EF4-FFF2-40B4-BE49-F238E27FC236}">
                <a16:creationId xmlns:a16="http://schemas.microsoft.com/office/drawing/2014/main" id="{49A31A93-FF1C-4103-B98C-7FBEFA0A4281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15" descr="Close">
            <a:extLst>
              <a:ext uri="{FF2B5EF4-FFF2-40B4-BE49-F238E27FC236}">
                <a16:creationId xmlns:a16="http://schemas.microsoft.com/office/drawing/2014/main" id="{1C975E56-28F7-4C5B-A09D-A4C9D4B70BA2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67" descr="House">
            <a:hlinkClick r:id="rId34" action="ppaction://hlinksldjump"/>
            <a:extLst>
              <a:ext uri="{FF2B5EF4-FFF2-40B4-BE49-F238E27FC236}">
                <a16:creationId xmlns:a16="http://schemas.microsoft.com/office/drawing/2014/main" id="{FCBB7136-E6FD-44DF-B507-98C9BF694286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1" name="Arrow: Right 65">
            <a:hlinkClick r:id="rId37" action="ppaction://hlinksldjump"/>
            <a:extLst>
              <a:ext uri="{FF2B5EF4-FFF2-40B4-BE49-F238E27FC236}">
                <a16:creationId xmlns:a16="http://schemas.microsoft.com/office/drawing/2014/main" id="{EA984343-058C-4C6E-AE13-3B555AE0A7B1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2" name="Arrow: Down 66">
            <a:hlinkClick r:id="rId38" action="ppaction://hlinksldjump"/>
            <a:extLst>
              <a:ext uri="{FF2B5EF4-FFF2-40B4-BE49-F238E27FC236}">
                <a16:creationId xmlns:a16="http://schemas.microsoft.com/office/drawing/2014/main" id="{56F73890-848B-4E42-AFE5-FF1196E8414A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3" name="Arrow: Right 68">
            <a:hlinkClick r:id="rId39" action="ppaction://hlinksldjump"/>
            <a:extLst>
              <a:ext uri="{FF2B5EF4-FFF2-40B4-BE49-F238E27FC236}">
                <a16:creationId xmlns:a16="http://schemas.microsoft.com/office/drawing/2014/main" id="{1885151C-48D3-4A4B-A04D-79AB69E006DD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4" name="Arrow: Left 69">
            <a:hlinkClick r:id="rId40" action="ppaction://hlinksldjump"/>
            <a:extLst>
              <a:ext uri="{FF2B5EF4-FFF2-40B4-BE49-F238E27FC236}">
                <a16:creationId xmlns:a16="http://schemas.microsoft.com/office/drawing/2014/main" id="{74B9C8BD-F3A3-4568-929D-938B6FC3FAE3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5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65DE24CB-6026-4A9F-8F2A-4311C43C9BE7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66" name="Graphic 65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3D084923-9A1A-4AAC-B409-877830512DE9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7" name="TextBox 66">
            <a:hlinkClick r:id="rId2" action="ppaction://hlinksldjump"/>
            <a:extLst>
              <a:ext uri="{FF2B5EF4-FFF2-40B4-BE49-F238E27FC236}">
                <a16:creationId xmlns:a16="http://schemas.microsoft.com/office/drawing/2014/main" id="{72444513-4C72-472B-9363-C34B22A95EDE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8" name="TextBox 67">
            <a:hlinkClick r:id="rId2" action="ppaction://hlinksldjump"/>
            <a:extLst>
              <a:ext uri="{FF2B5EF4-FFF2-40B4-BE49-F238E27FC236}">
                <a16:creationId xmlns:a16="http://schemas.microsoft.com/office/drawing/2014/main" id="{9F3C7A92-1238-40F6-AAC5-712935E1A099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69" name="Arrow: Right 68">
            <a:hlinkClick r:id="rId3" action="ppaction://hlinksldjump"/>
            <a:extLst>
              <a:ext uri="{FF2B5EF4-FFF2-40B4-BE49-F238E27FC236}">
                <a16:creationId xmlns:a16="http://schemas.microsoft.com/office/drawing/2014/main" id="{94CD0C10-F0D9-4708-873B-EABF41DE7D6D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0" name="Arrow: Left 69">
            <a:hlinkClick r:id="rId37" action="ppaction://hlinksldjump"/>
            <a:extLst>
              <a:ext uri="{FF2B5EF4-FFF2-40B4-BE49-F238E27FC236}">
                <a16:creationId xmlns:a16="http://schemas.microsoft.com/office/drawing/2014/main" id="{B2835CC1-07AA-4539-A5E6-2C55F7FBE421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1" name="Arrow: Right 70">
            <a:hlinkClick r:id="rId40" action="ppaction://hlinksldjump"/>
            <a:extLst>
              <a:ext uri="{FF2B5EF4-FFF2-40B4-BE49-F238E27FC236}">
                <a16:creationId xmlns:a16="http://schemas.microsoft.com/office/drawing/2014/main" id="{51240855-3FB4-4B16-A133-4E82637ECE95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2" name="Arrow: Right 71">
            <a:hlinkClick r:id="rId39" action="ppaction://hlinksldjump"/>
            <a:extLst>
              <a:ext uri="{FF2B5EF4-FFF2-40B4-BE49-F238E27FC236}">
                <a16:creationId xmlns:a16="http://schemas.microsoft.com/office/drawing/2014/main" id="{A6FA5B9B-F4FC-430E-9389-AD40B864AE59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U-Turn 72">
            <a:hlinkClick r:id="rId38" action="ppaction://hlinksldjump"/>
            <a:extLst>
              <a:ext uri="{FF2B5EF4-FFF2-40B4-BE49-F238E27FC236}">
                <a16:creationId xmlns:a16="http://schemas.microsoft.com/office/drawing/2014/main" id="{5AB81131-BB3B-4B2D-81CD-88470D6CB269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0" name="Picture 39">
            <a:hlinkClick r:id="rId43" action="ppaction://hlinksldjump"/>
            <a:extLst>
              <a:ext uri="{FF2B5EF4-FFF2-40B4-BE49-F238E27FC236}">
                <a16:creationId xmlns:a16="http://schemas.microsoft.com/office/drawing/2014/main" id="{BFD28F35-5048-43EE-9C01-C991AE61A4D9}"/>
              </a:ext>
            </a:extLst>
          </p:cNvPr>
          <p:cNvPicPr>
            <a:picLocks noChangeAspect="1"/>
          </p:cNvPicPr>
          <p:nvPr/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7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6.25E-7 4.81481E-6 L 0.37318 0.00069 " pathEditMode="relative" rAng="0" ptsTypes="AA">
                                      <p:cBhvr>
                                        <p:cTn id="39" dur="4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59" y="2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3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5" presetClass="emph" presetSubtype="0" repeatCount="2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50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500"/>
                            </p:stCondLst>
                            <p:childTnLst>
                              <p:par>
                                <p:cTn id="7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C -0.00105 0.03125 -0.00183 0.06435 -0.00261 0.09838 L -0.25287 0.09838 C -0.25287 0.15648 -0.25287 0.21458 -0.25235 0.27268 C -0.25222 0.3037 -0.25209 0.27523 -0.25209 0.27546 C -0.25209 0.27569 -0.25235 0.27546 -0.25235 0.27384 C -0.25261 0.27407 -0.25287 0.27454 -0.25287 0.27477 C -0.25287 0.27454 -0.24857 0.26898 -0.25235 0.27431 L -0.25235 0.27569 C -0.25235 0.27454 -0.25287 0.27361 -0.25287 0.275 " pathEditMode="relative" rAng="0" ptsTypes="AAAAAAAAAA">
                                      <p:cBhvr>
                                        <p:cTn id="78" dur="475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43" y="14352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250"/>
                            </p:stCondLst>
                            <p:childTnLst>
                              <p:par>
                                <p:cTn id="8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22539 -0.00116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54" y="-23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250"/>
                            </p:stCondLst>
                            <p:childTnLst>
                              <p:par>
                                <p:cTn id="111" presetID="35" presetClass="emph" presetSubtype="0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4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8250"/>
                            </p:stCondLst>
                            <p:childTnLst>
                              <p:par>
                                <p:cTn id="1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8250"/>
                            </p:stCondLst>
                            <p:childTnLst>
                              <p:par>
                                <p:cTn id="1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6 C -0.00026 0.07777 -0.00026 0.15532 -0.00039 0.2331 L 0.45286 0.23726 C 0.45273 0.1574 0.45247 0.07777 0.45234 -0.00186 L 0.32187 -0.00278 L 0.32187 -0.1838 L 0.44961 -0.1838 C 0.44934 -0.21482 0.44921 -0.24537 0.44895 -0.27616 L 0.49713 -0.27616 C 0.49752 -0.27616 0.51627 -0.27524 0.51679 -0.27524 " pathEditMode="relative" rAng="0" ptsTypes="AAAAAAAAAA">
                                      <p:cBhvr>
                                        <p:cTn id="124" dur="1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20" y="-1944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2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84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88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90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nodeType="withEffect">
                                  <p:stCondLst>
                                    <p:cond delay="9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3" nodeType="withEffect">
                                  <p:stCondLst>
                                    <p:cond delay="91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8250"/>
                            </p:stCondLst>
                            <p:childTnLst>
                              <p:par>
                                <p:cTn id="164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8250"/>
                            </p:stCondLst>
                            <p:childTnLst>
                              <p:par>
                                <p:cTn id="16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6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8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9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2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5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6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7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8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9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32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32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491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9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514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5" fill="hold">
                      <p:stCondLst>
                        <p:cond delay="0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76" grpId="0" animBg="1"/>
      <p:bldP spid="76" grpId="1" animBg="1"/>
      <p:bldP spid="77" grpId="0" animBg="1"/>
      <p:bldP spid="83" grpId="3" animBg="1"/>
      <p:bldP spid="83" grpId="4" animBg="1"/>
      <p:bldP spid="83" grpId="5" animBg="1"/>
      <p:bldP spid="92" grpId="0" animBg="1"/>
      <p:bldP spid="93" grpId="0" animBg="1"/>
      <p:bldP spid="93" grpId="1" animBg="1"/>
      <p:bldP spid="93" grpId="2" animBg="1"/>
      <p:bldP spid="93" grpId="3" animBg="1"/>
      <p:bldP spid="94" grpId="0" animBg="1"/>
      <p:bldP spid="94" grpId="1" animBg="1"/>
      <p:bldP spid="95" grpId="0" animBg="1"/>
      <p:bldP spid="100" grpId="0" animBg="1"/>
      <p:bldP spid="100" grpId="1" animBg="1"/>
      <p:bldP spid="105" grpId="0" animBg="1"/>
      <p:bldP spid="105" grpId="1" animBg="1"/>
      <p:bldP spid="105" grpId="2" animBg="1"/>
      <p:bldP spid="107" grpId="0" animBg="1"/>
      <p:bldP spid="107" grpId="1" animBg="1"/>
      <p:bldP spid="107" grpId="2" animBg="1"/>
      <p:bldP spid="120" grpId="0" animBg="1"/>
      <p:bldP spid="2" grpId="0"/>
      <p:bldP spid="121" grpId="0" animBg="1"/>
      <p:bldP spid="121" grpId="1" animBg="1"/>
      <p:bldP spid="121" grpId="2" animBg="1"/>
      <p:bldP spid="121" grpId="3" animBg="1"/>
      <p:bldP spid="122" grpId="0" animBg="1"/>
      <p:bldP spid="122" grpId="1" animBg="1"/>
      <p:bldP spid="123" grpId="0" animBg="1"/>
      <p:bldP spid="125" grpId="0" animBg="1"/>
      <p:bldP spid="125" grpId="1" animBg="1"/>
      <p:bldP spid="125" grpId="2" animBg="1"/>
      <p:bldP spid="127" grpId="0" animBg="1"/>
      <p:bldP spid="129" grpId="0" animBg="1"/>
      <p:bldP spid="129" grpId="1" animBg="1"/>
      <p:bldP spid="129" grpId="2" animBg="1"/>
      <p:bldP spid="132" grpId="0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hlinkClick r:id="rId2" action="ppaction://hlinksldjump"/>
            <a:extLst>
              <a:ext uri="{FF2B5EF4-FFF2-40B4-BE49-F238E27FC236}">
                <a16:creationId xmlns:a16="http://schemas.microsoft.com/office/drawing/2014/main" id="{5CB6ED26-9F76-4412-8470-CDAB33BD4B1B}"/>
              </a:ext>
            </a:extLst>
          </p:cNvPr>
          <p:cNvSpPr/>
          <p:nvPr/>
        </p:nvSpPr>
        <p:spPr>
          <a:xfrm>
            <a:off x="0" y="0"/>
            <a:ext cx="12192000" cy="6844009"/>
          </a:xfrm>
          <a:prstGeom prst="rect">
            <a:avLst/>
          </a:prstGeom>
          <a:solidFill>
            <a:srgbClr val="00C3FE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8AD88436-D390-4145-95B2-9452527D10DC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 34">
            <a:hlinkClick r:id="rId2" action="ppaction://hlinksldjump"/>
            <a:extLst>
              <a:ext uri="{FF2B5EF4-FFF2-40B4-BE49-F238E27FC236}">
                <a16:creationId xmlns:a16="http://schemas.microsoft.com/office/drawing/2014/main" id="{0170DF87-843A-447C-BE2E-E1C04145A074}"/>
              </a:ext>
            </a:extLst>
          </p:cNvPr>
          <p:cNvSpPr/>
          <p:nvPr/>
        </p:nvSpPr>
        <p:spPr>
          <a:xfrm rot="5400000">
            <a:off x="6201909" y="329020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88803136-2FF9-4F61-BEDB-6426C6B06318}"/>
              </a:ext>
            </a:extLst>
          </p:cNvPr>
          <p:cNvSpPr/>
          <p:nvPr/>
        </p:nvSpPr>
        <p:spPr>
          <a:xfrm>
            <a:off x="3972128" y="856384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8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 </a:t>
            </a:r>
            <a:r>
              <a:rPr lang="en-US" sz="28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Journey</a:t>
            </a:r>
            <a:endParaRPr lang="en-ID" sz="28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38" name="Picture 37">
            <a:hlinkClick r:id="rId2" action="ppaction://hlinksldjump"/>
            <a:extLst>
              <a:ext uri="{FF2B5EF4-FFF2-40B4-BE49-F238E27FC236}">
                <a16:creationId xmlns:a16="http://schemas.microsoft.com/office/drawing/2014/main" id="{53AFB1D7-BBBA-4F79-8A5C-E1D20731F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909" y="818473"/>
            <a:ext cx="1400445" cy="980312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119" name="Picture 118">
            <a:hlinkClick r:id="rId2" action="ppaction://hlinksldjump"/>
            <a:extLst>
              <a:ext uri="{FF2B5EF4-FFF2-40B4-BE49-F238E27FC236}">
                <a16:creationId xmlns:a16="http://schemas.microsoft.com/office/drawing/2014/main" id="{315AEEAF-310B-4791-953D-D4AF1A2B10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29" y="2425376"/>
            <a:ext cx="11083489" cy="4145639"/>
          </a:xfrm>
          <a:prstGeom prst="rect">
            <a:avLst/>
          </a:prstGeom>
        </p:spPr>
      </p:pic>
      <p:pic>
        <p:nvPicPr>
          <p:cNvPr id="120" name="Picture 119">
            <a:hlinkClick r:id="rId2" action="ppaction://hlinksldjump"/>
            <a:extLst>
              <a:ext uri="{FF2B5EF4-FFF2-40B4-BE49-F238E27FC236}">
                <a16:creationId xmlns:a16="http://schemas.microsoft.com/office/drawing/2014/main" id="{C895699E-540F-4162-B5B2-780573D1F8B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2601671" y="2778393"/>
            <a:ext cx="384621" cy="1307071"/>
          </a:xfrm>
          <a:prstGeom prst="rect">
            <a:avLst/>
          </a:prstGeom>
        </p:spPr>
      </p:pic>
      <p:pic>
        <p:nvPicPr>
          <p:cNvPr id="121" name="Picture 120">
            <a:hlinkClick r:id="rId2" action="ppaction://hlinksldjump"/>
            <a:extLst>
              <a:ext uri="{FF2B5EF4-FFF2-40B4-BE49-F238E27FC236}">
                <a16:creationId xmlns:a16="http://schemas.microsoft.com/office/drawing/2014/main" id="{EAD3556F-DE30-4992-8DFF-AE7FF760256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4956826" y="2667724"/>
            <a:ext cx="216890" cy="737066"/>
          </a:xfrm>
          <a:prstGeom prst="rect">
            <a:avLst/>
          </a:prstGeom>
        </p:spPr>
      </p:pic>
      <p:pic>
        <p:nvPicPr>
          <p:cNvPr id="122" name="Picture 121">
            <a:hlinkClick r:id="rId2" action="ppaction://hlinksldjump"/>
            <a:extLst>
              <a:ext uri="{FF2B5EF4-FFF2-40B4-BE49-F238E27FC236}">
                <a16:creationId xmlns:a16="http://schemas.microsoft.com/office/drawing/2014/main" id="{CA53F64B-7CC8-4F92-A67A-9985E5C9090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810987" y="2659878"/>
            <a:ext cx="216890" cy="737066"/>
          </a:xfrm>
          <a:prstGeom prst="rect">
            <a:avLst/>
          </a:prstGeom>
        </p:spPr>
      </p:pic>
      <p:sp>
        <p:nvSpPr>
          <p:cNvPr id="123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971A8367-89B9-445E-B206-897F1D98350D}"/>
              </a:ext>
            </a:extLst>
          </p:cNvPr>
          <p:cNvSpPr/>
          <p:nvPr/>
        </p:nvSpPr>
        <p:spPr>
          <a:xfrm>
            <a:off x="2223302" y="2549093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1050" b="1" kern="1200" dirty="0">
                <a:solidFill>
                  <a:schemeClr val="tx1"/>
                </a:solidFill>
                <a:latin typeface="Impact" pitchFamily="34" charset="0"/>
              </a:rPr>
              <a:t>CHO </a:t>
            </a:r>
            <a:r>
              <a:rPr lang="en-US" sz="1050" b="1" kern="1200" dirty="0" err="1">
                <a:solidFill>
                  <a:schemeClr val="tx1"/>
                </a:solidFill>
                <a:latin typeface="Impact" pitchFamily="34" charset="0"/>
              </a:rPr>
              <a:t>melakuka</a:t>
            </a:r>
            <a:r>
              <a:rPr lang="en-US" sz="1050" b="1" dirty="0" err="1">
                <a:solidFill>
                  <a:schemeClr val="tx1"/>
                </a:solidFill>
                <a:latin typeface="Impact" pitchFamily="34" charset="0"/>
              </a:rPr>
              <a:t>n</a:t>
            </a:r>
            <a:r>
              <a:rPr lang="en-US" sz="1050" b="1" dirty="0">
                <a:solidFill>
                  <a:schemeClr val="tx1"/>
                </a:solidFill>
                <a:latin typeface="Impact" pitchFamily="34" charset="0"/>
              </a:rPr>
              <a:t> </a:t>
            </a:r>
            <a:r>
              <a:rPr lang="en-US" sz="1050" b="1" dirty="0" err="1">
                <a:solidFill>
                  <a:schemeClr val="tx1"/>
                </a:solidFill>
                <a:latin typeface="Impact" pitchFamily="34" charset="0"/>
              </a:rPr>
              <a:t>pengecekan</a:t>
            </a:r>
            <a:r>
              <a:rPr lang="en-US" sz="1050" b="1" dirty="0">
                <a:solidFill>
                  <a:schemeClr val="tx1"/>
                </a:solidFill>
                <a:latin typeface="Impact" pitchFamily="34" charset="0"/>
              </a:rPr>
              <a:t> dan Analisa Case</a:t>
            </a:r>
            <a:endParaRPr lang="en-ID" sz="1050" b="1" kern="1200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124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24075860-4A78-4AB1-94F2-52B37825DB48}"/>
              </a:ext>
            </a:extLst>
          </p:cNvPr>
          <p:cNvSpPr/>
          <p:nvPr/>
        </p:nvSpPr>
        <p:spPr>
          <a:xfrm>
            <a:off x="4697038" y="2187659"/>
            <a:ext cx="1584102" cy="799116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Tidak</a:t>
            </a: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ada</a:t>
            </a: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Anomali</a:t>
            </a:r>
            <a:endParaRPr lang="en-US" sz="11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endParaRPr lang="en-US" sz="11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105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Ada </a:t>
            </a:r>
            <a:r>
              <a:rPr lang="en-US" sz="105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Anomali</a:t>
            </a:r>
            <a:endParaRPr lang="en-ID" sz="105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125" name="Arrow: Right 124">
            <a:hlinkClick r:id="rId2" action="ppaction://hlinksldjump"/>
            <a:extLst>
              <a:ext uri="{FF2B5EF4-FFF2-40B4-BE49-F238E27FC236}">
                <a16:creationId xmlns:a16="http://schemas.microsoft.com/office/drawing/2014/main" id="{13C988DB-3767-4C90-A3A9-0C2B8B5E12D5}"/>
              </a:ext>
            </a:extLst>
          </p:cNvPr>
          <p:cNvSpPr/>
          <p:nvPr/>
        </p:nvSpPr>
        <p:spPr>
          <a:xfrm>
            <a:off x="5938799" y="2309318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6" name="Arrow: Bent 125">
            <a:hlinkClick r:id="rId2" action="ppaction://hlinksldjump"/>
            <a:extLst>
              <a:ext uri="{FF2B5EF4-FFF2-40B4-BE49-F238E27FC236}">
                <a16:creationId xmlns:a16="http://schemas.microsoft.com/office/drawing/2014/main" id="{8FA06D7A-F12B-47B7-A2C4-B8360393FA2D}"/>
              </a:ext>
            </a:extLst>
          </p:cNvPr>
          <p:cNvSpPr/>
          <p:nvPr/>
        </p:nvSpPr>
        <p:spPr>
          <a:xfrm rot="5400000">
            <a:off x="5929801" y="2672074"/>
            <a:ext cx="252630" cy="228239"/>
          </a:xfrm>
          <a:prstGeom prst="bentArrow">
            <a:avLst>
              <a:gd name="adj1" fmla="val 39999"/>
              <a:gd name="adj2" fmla="val 45998"/>
              <a:gd name="adj3" fmla="val 32500"/>
              <a:gd name="adj4" fmla="val 437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27" name="Rectangle 126">
            <a:hlinkClick r:id="rId2" action="ppaction://hlinksldjump"/>
            <a:extLst>
              <a:ext uri="{FF2B5EF4-FFF2-40B4-BE49-F238E27FC236}">
                <a16:creationId xmlns:a16="http://schemas.microsoft.com/office/drawing/2014/main" id="{0EAC2CD2-8635-475B-A8A1-C8E55DF814B3}"/>
              </a:ext>
            </a:extLst>
          </p:cNvPr>
          <p:cNvSpPr/>
          <p:nvPr/>
        </p:nvSpPr>
        <p:spPr>
          <a:xfrm>
            <a:off x="4697038" y="2577866"/>
            <a:ext cx="158410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28" name="Picture 127">
            <a:hlinkClick r:id="rId2" action="ppaction://hlinksldjump"/>
            <a:extLst>
              <a:ext uri="{FF2B5EF4-FFF2-40B4-BE49-F238E27FC236}">
                <a16:creationId xmlns:a16="http://schemas.microsoft.com/office/drawing/2014/main" id="{84E39E37-5C59-4C1A-BB79-3F80007DFE0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4063581" y="4265575"/>
            <a:ext cx="384621" cy="1307071"/>
          </a:xfrm>
          <a:prstGeom prst="rect">
            <a:avLst/>
          </a:prstGeom>
        </p:spPr>
      </p:pic>
      <p:pic>
        <p:nvPicPr>
          <p:cNvPr id="129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78768192-2F27-4C1D-9E65-8C62EFF3925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348" y="2894018"/>
            <a:ext cx="1619334" cy="1619334"/>
          </a:xfrm>
          <a:prstGeom prst="rect">
            <a:avLst/>
          </a:prstGeom>
        </p:spPr>
      </p:pic>
      <p:sp>
        <p:nvSpPr>
          <p:cNvPr id="130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1784DFCA-7B3A-43EA-833B-D1D2B00ECC8E}"/>
              </a:ext>
            </a:extLst>
          </p:cNvPr>
          <p:cNvSpPr/>
          <p:nvPr/>
        </p:nvSpPr>
        <p:spPr>
          <a:xfrm>
            <a:off x="3685212" y="4036275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Hasil </a:t>
            </a:r>
            <a:r>
              <a:rPr lang="en-US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pengecekan</a:t>
            </a:r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Pulsa</a:t>
            </a:r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pelanggan</a:t>
            </a:r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 Valid </a:t>
            </a:r>
            <a:r>
              <a:rPr lang="en-US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dilakukan</a:t>
            </a:r>
            <a:r>
              <a:rPr lang="en-US" sz="900" dirty="0">
                <a:solidFill>
                  <a:schemeClr val="tx1"/>
                </a:solidFill>
                <a:latin typeface="Impact" panose="020B0806030902050204" pitchFamily="34" charset="0"/>
              </a:rPr>
              <a:t> Refund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31" name="Picture 130">
            <a:hlinkClick r:id="rId2" action="ppaction://hlinksldjump"/>
            <a:extLst>
              <a:ext uri="{FF2B5EF4-FFF2-40B4-BE49-F238E27FC236}">
                <a16:creationId xmlns:a16="http://schemas.microsoft.com/office/drawing/2014/main" id="{62761052-F2BC-4855-8F20-9A5FEDD3844E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826458" y="5479917"/>
            <a:ext cx="225027" cy="764717"/>
          </a:xfrm>
          <a:prstGeom prst="rect">
            <a:avLst/>
          </a:prstGeom>
        </p:spPr>
      </p:pic>
      <p:sp>
        <p:nvSpPr>
          <p:cNvPr id="132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AFC3C7CC-D79C-49A3-A52C-49CE64E375A8}"/>
              </a:ext>
            </a:extLst>
          </p:cNvPr>
          <p:cNvSpPr/>
          <p:nvPr/>
        </p:nvSpPr>
        <p:spPr>
          <a:xfrm>
            <a:off x="6494997" y="5247911"/>
            <a:ext cx="887951" cy="417141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US" sz="900" b="1" kern="1200" dirty="0">
                <a:solidFill>
                  <a:sysClr val="windowText" lastClr="000000"/>
                </a:solidFill>
                <a:latin typeface="Impact" panose="020B0806030902050204" pitchFamily="34" charset="0"/>
              </a:rPr>
              <a:t>CHO </a:t>
            </a:r>
            <a:r>
              <a:rPr lang="en-US" sz="900" b="1" kern="1200" dirty="0" err="1">
                <a:solidFill>
                  <a:sysClr val="windowText" lastClr="000000"/>
                </a:solidFill>
                <a:latin typeface="Impact" panose="020B0806030902050204" pitchFamily="34" charset="0"/>
              </a:rPr>
              <a:t>eksekusi</a:t>
            </a:r>
            <a:r>
              <a:rPr lang="en-US" sz="900" b="1" kern="1200" dirty="0">
                <a:solidFill>
                  <a:sysClr val="windowText" lastClr="000000"/>
                </a:solidFill>
                <a:latin typeface="Impact" panose="020B0806030902050204" pitchFamily="34" charset="0"/>
              </a:rPr>
              <a:t> Refund</a:t>
            </a:r>
            <a:endParaRPr lang="en-ID" sz="900" b="1" kern="1200" dirty="0">
              <a:solidFill>
                <a:sysClr val="windowText" lastClr="000000"/>
              </a:solidFill>
              <a:latin typeface="Impact" panose="020B0806030902050204" pitchFamily="34" charset="0"/>
            </a:endParaRPr>
          </a:p>
        </p:txBody>
      </p:sp>
      <p:pic>
        <p:nvPicPr>
          <p:cNvPr id="133" name="Picture 132">
            <a:hlinkClick r:id="rId2" action="ppaction://hlinksldjump"/>
            <a:extLst>
              <a:ext uri="{FF2B5EF4-FFF2-40B4-BE49-F238E27FC236}">
                <a16:creationId xmlns:a16="http://schemas.microsoft.com/office/drawing/2014/main" id="{B73460B9-CCC7-4FC4-AC7F-D4C5F1CEA99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176603" y="4747617"/>
            <a:ext cx="246984" cy="839335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134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58313D08-063C-4F80-A716-C9C47E5C387C}"/>
              </a:ext>
            </a:extLst>
          </p:cNvPr>
          <p:cNvSpPr/>
          <p:nvPr/>
        </p:nvSpPr>
        <p:spPr>
          <a:xfrm>
            <a:off x="5938799" y="4552184"/>
            <a:ext cx="740481" cy="45784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solid"/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ysClr val="windowText" lastClr="000000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ysClr val="windowText" lastClr="000000"/>
                </a:solidFill>
                <a:latin typeface="Impact" panose="020B0806030902050204" pitchFamily="34" charset="0"/>
              </a:rPr>
              <a:t>membuat</a:t>
            </a:r>
            <a:r>
              <a:rPr lang="en-ID" sz="900" dirty="0">
                <a:solidFill>
                  <a:sysClr val="windowText" lastClr="000000"/>
                </a:solidFill>
                <a:latin typeface="Impact" panose="020B0806030902050204" pitchFamily="34" charset="0"/>
              </a:rPr>
              <a:t> BA</a:t>
            </a:r>
            <a:endParaRPr lang="en-ID" sz="900" b="1" kern="1200" dirty="0">
              <a:solidFill>
                <a:sysClr val="windowText" lastClr="000000"/>
              </a:solidFill>
              <a:latin typeface="Impact" panose="020B0806030902050204" pitchFamily="34" charset="0"/>
            </a:endParaRPr>
          </a:p>
        </p:txBody>
      </p:sp>
      <p:pic>
        <p:nvPicPr>
          <p:cNvPr id="135" name="Picture 134">
            <a:hlinkClick r:id="rId2" action="ppaction://hlinksldjump"/>
            <a:extLst>
              <a:ext uri="{FF2B5EF4-FFF2-40B4-BE49-F238E27FC236}">
                <a16:creationId xmlns:a16="http://schemas.microsoft.com/office/drawing/2014/main" id="{7A387613-0F7C-4E26-A181-E5DCE71F0FA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8863670" y="2786754"/>
            <a:ext cx="384621" cy="1307071"/>
          </a:xfrm>
          <a:prstGeom prst="rect">
            <a:avLst/>
          </a:prstGeom>
        </p:spPr>
      </p:pic>
      <p:sp>
        <p:nvSpPr>
          <p:cNvPr id="136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28762819-2676-4FF6-811A-12D4AFA93861}"/>
              </a:ext>
            </a:extLst>
          </p:cNvPr>
          <p:cNvSpPr/>
          <p:nvPr/>
        </p:nvSpPr>
        <p:spPr>
          <a:xfrm>
            <a:off x="8485301" y="2557454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untuk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hasil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pengecekan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Pulsa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terpotong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37" name="Picture 136">
            <a:hlinkClick r:id="rId2" action="ppaction://hlinksldjump"/>
            <a:extLst>
              <a:ext uri="{FF2B5EF4-FFF2-40B4-BE49-F238E27FC236}">
                <a16:creationId xmlns:a16="http://schemas.microsoft.com/office/drawing/2014/main" id="{1D97B431-0C0D-439C-A29B-DAEDAE9BC8B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10749974" y="2674488"/>
            <a:ext cx="216890" cy="737066"/>
          </a:xfrm>
          <a:prstGeom prst="rect">
            <a:avLst/>
          </a:prstGeom>
        </p:spPr>
      </p:pic>
      <p:sp>
        <p:nvSpPr>
          <p:cNvPr id="138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D8041E65-BD77-4415-9323-E0F034DC3B06}"/>
              </a:ext>
            </a:extLst>
          </p:cNvPr>
          <p:cNvSpPr/>
          <p:nvPr/>
        </p:nvSpPr>
        <p:spPr>
          <a:xfrm>
            <a:off x="10303265" y="2434705"/>
            <a:ext cx="1107424" cy="601552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Closed</a:t>
            </a:r>
            <a:endParaRPr lang="en-ID" sz="1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139" name="Picture 138">
            <a:hlinkClick r:id="rId2" action="ppaction://hlinksldjump"/>
            <a:extLst>
              <a:ext uri="{FF2B5EF4-FFF2-40B4-BE49-F238E27FC236}">
                <a16:creationId xmlns:a16="http://schemas.microsoft.com/office/drawing/2014/main" id="{FCD2D664-4E7B-46AE-A8B1-8098606414A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85079" y="2655683"/>
            <a:ext cx="216890" cy="737066"/>
          </a:xfrm>
          <a:prstGeom prst="rect">
            <a:avLst/>
          </a:prstGeom>
        </p:spPr>
      </p:pic>
      <p:sp>
        <p:nvSpPr>
          <p:cNvPr id="140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1BA06D3A-83EE-4CBB-AC7B-4FD5A57D9879}"/>
              </a:ext>
            </a:extLst>
          </p:cNvPr>
          <p:cNvSpPr/>
          <p:nvPr/>
        </p:nvSpPr>
        <p:spPr>
          <a:xfrm>
            <a:off x="284350" y="2497988"/>
            <a:ext cx="1061443" cy="519463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lvl="0" defTabSz="844550">
              <a:spcBef>
                <a:spcPct val="0"/>
              </a:spcBef>
            </a:pPr>
            <a:r>
              <a:rPr lang="en-ID" sz="600" dirty="0">
                <a:latin typeface="Impact" panose="020B0806030902050204" pitchFamily="34" charset="0"/>
              </a:rPr>
              <a:t>Agent IBC </a:t>
            </a:r>
            <a:r>
              <a:rPr lang="en-ID" sz="600" dirty="0" err="1">
                <a:latin typeface="Impact" panose="020B0806030902050204" pitchFamily="34" charset="0"/>
              </a:rPr>
              <a:t>membuat</a:t>
            </a:r>
            <a:r>
              <a:rPr lang="en-ID" sz="600" dirty="0">
                <a:latin typeface="Impact" panose="020B0806030902050204" pitchFamily="34" charset="0"/>
              </a:rPr>
              <a:t> </a:t>
            </a:r>
          </a:p>
          <a:p>
            <a:pPr lvl="0" defTabSz="844550">
              <a:spcBef>
                <a:spcPct val="0"/>
              </a:spcBef>
            </a:pPr>
            <a:r>
              <a:rPr lang="en-ID" sz="600" dirty="0">
                <a:latin typeface="Impact" panose="020B0806030902050204" pitchFamily="34" charset="0"/>
              </a:rPr>
              <a:t>Case </a:t>
            </a:r>
            <a:r>
              <a:rPr lang="en-ID" sz="600" dirty="0" err="1">
                <a:latin typeface="Impact" panose="020B0806030902050204" pitchFamily="34" charset="0"/>
              </a:rPr>
              <a:t>ketidaksesuaian</a:t>
            </a:r>
            <a:r>
              <a:rPr lang="en-ID" sz="600" dirty="0">
                <a:latin typeface="Impact" panose="020B0806030902050204" pitchFamily="34" charset="0"/>
              </a:rPr>
              <a:t> </a:t>
            </a:r>
            <a:r>
              <a:rPr lang="en-ID" sz="600" dirty="0" err="1">
                <a:latin typeface="Impact" panose="020B0806030902050204" pitchFamily="34" charset="0"/>
              </a:rPr>
              <a:t>penggunaan</a:t>
            </a:r>
            <a:r>
              <a:rPr lang="en-ID" sz="600" dirty="0">
                <a:latin typeface="Impact" panose="020B0806030902050204" pitchFamily="34" charset="0"/>
              </a:rPr>
              <a:t> </a:t>
            </a:r>
            <a:r>
              <a:rPr lang="en-ID" sz="600" dirty="0" err="1">
                <a:latin typeface="Impact" panose="020B0806030902050204" pitchFamily="34" charset="0"/>
              </a:rPr>
              <a:t>kuota</a:t>
            </a:r>
            <a:r>
              <a:rPr lang="en-ID" sz="600" dirty="0">
                <a:latin typeface="Impact" panose="020B0806030902050204" pitchFamily="34" charset="0"/>
              </a:rPr>
              <a:t> </a:t>
            </a:r>
            <a:r>
              <a:rPr lang="en-ID" sz="600" dirty="0" err="1">
                <a:latin typeface="Impact" panose="020B0806030902050204" pitchFamily="34" charset="0"/>
              </a:rPr>
              <a:t>telepon</a:t>
            </a:r>
            <a:endParaRPr lang="en-ID" sz="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141" name="Arrow: Right 140">
            <a:hlinkClick r:id="rId2" action="ppaction://hlinksldjump"/>
            <a:extLst>
              <a:ext uri="{FF2B5EF4-FFF2-40B4-BE49-F238E27FC236}">
                <a16:creationId xmlns:a16="http://schemas.microsoft.com/office/drawing/2014/main" id="{4A25DD42-0D43-43A0-864D-EB5C6592395C}"/>
              </a:ext>
            </a:extLst>
          </p:cNvPr>
          <p:cNvSpPr/>
          <p:nvPr/>
        </p:nvSpPr>
        <p:spPr>
          <a:xfrm>
            <a:off x="1135044" y="2640851"/>
            <a:ext cx="155735" cy="19199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5" name="Picture 74">
            <a:hlinkClick r:id="rId2" action="ppaction://hlinksldjump"/>
            <a:extLst>
              <a:ext uri="{FF2B5EF4-FFF2-40B4-BE49-F238E27FC236}">
                <a16:creationId xmlns:a16="http://schemas.microsoft.com/office/drawing/2014/main" id="{1235D039-5FB2-4B77-AA9F-BC5723823D9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" y="3024216"/>
            <a:ext cx="647020" cy="566269"/>
          </a:xfrm>
          <a:prstGeom prst="rect">
            <a:avLst/>
          </a:prstGeom>
        </p:spPr>
      </p:pic>
      <p:pic>
        <p:nvPicPr>
          <p:cNvPr id="76" name="Picture 75">
            <a:hlinkClick r:id="rId2" action="ppaction://hlinksldjump"/>
            <a:extLst>
              <a:ext uri="{FF2B5EF4-FFF2-40B4-BE49-F238E27FC236}">
                <a16:creationId xmlns:a16="http://schemas.microsoft.com/office/drawing/2014/main" id="{8A2416DC-4BB1-49CF-B2B3-22EC9D5D40F1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1" t="22142" r="22737" b="31099"/>
          <a:stretch/>
        </p:blipFill>
        <p:spPr>
          <a:xfrm>
            <a:off x="3908843" y="2893724"/>
            <a:ext cx="595098" cy="499024"/>
          </a:xfrm>
          <a:prstGeom prst="rect">
            <a:avLst/>
          </a:prstGeom>
        </p:spPr>
      </p:pic>
      <p:pic>
        <p:nvPicPr>
          <p:cNvPr id="77" name="Picture 76">
            <a:hlinkClick r:id="rId2" action="ppaction://hlinksldjump"/>
            <a:extLst>
              <a:ext uri="{FF2B5EF4-FFF2-40B4-BE49-F238E27FC236}">
                <a16:creationId xmlns:a16="http://schemas.microsoft.com/office/drawing/2014/main" id="{B25AD920-215C-4400-8D90-7905DA7363F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604533" y="2791751"/>
            <a:ext cx="511879" cy="565766"/>
          </a:xfrm>
          <a:prstGeom prst="rect">
            <a:avLst/>
          </a:prstGeom>
        </p:spPr>
      </p:pic>
      <p:pic>
        <p:nvPicPr>
          <p:cNvPr id="79" name="Picture 78">
            <a:hlinkClick r:id="rId2" action="ppaction://hlinksldjump"/>
            <a:extLst>
              <a:ext uri="{FF2B5EF4-FFF2-40B4-BE49-F238E27FC236}">
                <a16:creationId xmlns:a16="http://schemas.microsoft.com/office/drawing/2014/main" id="{C745DC9D-4420-4F92-9029-C67FFE1CC913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9025575" y="4182318"/>
            <a:ext cx="511879" cy="565766"/>
          </a:xfrm>
          <a:prstGeom prst="rect">
            <a:avLst/>
          </a:prstGeom>
        </p:spPr>
      </p:pic>
      <p:pic>
        <p:nvPicPr>
          <p:cNvPr id="80" name="Picture 79">
            <a:hlinkClick r:id="rId2" action="ppaction://hlinksldjump"/>
            <a:extLst>
              <a:ext uri="{FF2B5EF4-FFF2-40B4-BE49-F238E27FC236}">
                <a16:creationId xmlns:a16="http://schemas.microsoft.com/office/drawing/2014/main" id="{AAF7A015-3E90-43B1-A984-DA0EFA541B0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9048" y="2962676"/>
            <a:ext cx="643975" cy="993811"/>
          </a:xfrm>
          <a:prstGeom prst="rect">
            <a:avLst/>
          </a:prstGeom>
        </p:spPr>
      </p:pic>
      <p:pic>
        <p:nvPicPr>
          <p:cNvPr id="143" name="Picture 142">
            <a:hlinkClick r:id="rId2" action="ppaction://hlinksldjump"/>
            <a:extLst>
              <a:ext uri="{FF2B5EF4-FFF2-40B4-BE49-F238E27FC236}">
                <a16:creationId xmlns:a16="http://schemas.microsoft.com/office/drawing/2014/main" id="{4F22634C-9F97-4334-90FC-24B739913AE2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453" t="10819" r="14553" b="10819"/>
          <a:stretch/>
        </p:blipFill>
        <p:spPr>
          <a:xfrm rot="18967821">
            <a:off x="359965" y="3177287"/>
            <a:ext cx="481370" cy="500153"/>
          </a:xfrm>
          <a:prstGeom prst="rect">
            <a:avLst/>
          </a:prstGeom>
        </p:spPr>
      </p:pic>
      <p:pic>
        <p:nvPicPr>
          <p:cNvPr id="144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FBB38C50-0427-4719-BF41-1BBA484F1E7A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18" y="2842519"/>
            <a:ext cx="1603420" cy="1603420"/>
          </a:xfrm>
          <a:prstGeom prst="rect">
            <a:avLst/>
          </a:prstGeom>
        </p:spPr>
      </p:pic>
      <p:pic>
        <p:nvPicPr>
          <p:cNvPr id="145" name="Picture 144">
            <a:hlinkClick r:id="rId2" action="ppaction://hlinksldjump"/>
            <a:extLst>
              <a:ext uri="{FF2B5EF4-FFF2-40B4-BE49-F238E27FC236}">
                <a16:creationId xmlns:a16="http://schemas.microsoft.com/office/drawing/2014/main" id="{14C25DA5-069E-47BE-9FBC-73D04450B6DF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8213728" y="4431757"/>
            <a:ext cx="358264" cy="1217502"/>
          </a:xfrm>
          <a:prstGeom prst="rect">
            <a:avLst/>
          </a:prstGeom>
        </p:spPr>
      </p:pic>
      <p:sp>
        <p:nvSpPr>
          <p:cNvPr id="146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788FDAE0-5D5E-4435-A2F7-059BFF835255}"/>
              </a:ext>
            </a:extLst>
          </p:cNvPr>
          <p:cNvSpPr/>
          <p:nvPr/>
        </p:nvSpPr>
        <p:spPr>
          <a:xfrm>
            <a:off x="7844484" y="4385098"/>
            <a:ext cx="1083400" cy="45988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7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7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7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chemeClr val="tx1"/>
                </a:solidFill>
                <a:latin typeface="Impact" panose="020B0806030902050204" pitchFamily="34" charset="0"/>
              </a:rPr>
              <a:t>untuk</a:t>
            </a:r>
            <a:r>
              <a:rPr lang="en-ID" sz="7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7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700" dirty="0">
                <a:solidFill>
                  <a:schemeClr val="tx1"/>
                </a:solidFill>
                <a:latin typeface="Impact" panose="020B0806030902050204" pitchFamily="34" charset="0"/>
              </a:rPr>
              <a:t> Hasil </a:t>
            </a:r>
            <a:r>
              <a:rPr lang="en-ID" sz="700" dirty="0" err="1">
                <a:solidFill>
                  <a:schemeClr val="tx1"/>
                </a:solidFill>
                <a:latin typeface="Impact" panose="020B0806030902050204" pitchFamily="34" charset="0"/>
              </a:rPr>
              <a:t>Pengecekan</a:t>
            </a:r>
            <a:r>
              <a:rPr lang="en-ID" sz="700" dirty="0">
                <a:solidFill>
                  <a:schemeClr val="tx1"/>
                </a:solidFill>
                <a:latin typeface="Impact" panose="020B0806030902050204" pitchFamily="34" charset="0"/>
              </a:rPr>
              <a:t> dan status Refund</a:t>
            </a:r>
            <a:endParaRPr lang="en-ID" sz="7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2" name="Picture 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632" y="1777993"/>
            <a:ext cx="3092902" cy="26154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344" y="1830707"/>
            <a:ext cx="5082817" cy="21343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684" y="1744332"/>
            <a:ext cx="2345714" cy="2757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447" y="1778712"/>
            <a:ext cx="4989106" cy="21764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5A88BA91-91DA-4F52-98E8-0FF10C44959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184" y="1834081"/>
            <a:ext cx="4735633" cy="20033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8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FBB38C50-0427-4719-BF41-1BBA484F1E7A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4" y="2835174"/>
            <a:ext cx="1603420" cy="1603420"/>
          </a:xfrm>
          <a:prstGeom prst="rect">
            <a:avLst/>
          </a:prstGeom>
        </p:spPr>
      </p:pic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6EA2AE63-5F63-4344-87AC-47858BF308C9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004" y="1888337"/>
            <a:ext cx="2659992" cy="19949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hlinkClick r:id="rId2" action="ppaction://hlinksldjump"/>
            <a:extLst>
              <a:ext uri="{FF2B5EF4-FFF2-40B4-BE49-F238E27FC236}">
                <a16:creationId xmlns:a16="http://schemas.microsoft.com/office/drawing/2014/main" id="{D9754750-8D72-4457-951A-B8D75199507B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202" y="1839437"/>
            <a:ext cx="2781596" cy="20861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85B504DB-A2F7-4B3D-9465-64F4E770927D}"/>
              </a:ext>
            </a:extLst>
          </p:cNvPr>
          <p:cNvSpPr/>
          <p:nvPr/>
        </p:nvSpPr>
        <p:spPr>
          <a:xfrm>
            <a:off x="21902" y="10573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hlinkClick r:id="rId2" action="ppaction://hlinksldjump"/>
            <a:extLst>
              <a:ext uri="{FF2B5EF4-FFF2-40B4-BE49-F238E27FC236}">
                <a16:creationId xmlns:a16="http://schemas.microsoft.com/office/drawing/2014/main" id="{EECD64AF-6954-4D15-9C03-035F9C4C3F77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hlinkClick r:id="rId2" action="ppaction://hlinksldjump"/>
            <a:extLst>
              <a:ext uri="{FF2B5EF4-FFF2-40B4-BE49-F238E27FC236}">
                <a16:creationId xmlns:a16="http://schemas.microsoft.com/office/drawing/2014/main" id="{78EC2B39-7AD7-461F-8B1F-F9C399AE5440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hlinkClick r:id="rId2" action="ppaction://hlinksldjump"/>
            <a:extLst>
              <a:ext uri="{FF2B5EF4-FFF2-40B4-BE49-F238E27FC236}">
                <a16:creationId xmlns:a16="http://schemas.microsoft.com/office/drawing/2014/main" id="{AC499E8E-56A9-45F9-A263-2FA3D6AF558D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hlinkClick r:id="rId2" action="ppaction://hlinksldjump"/>
            <a:extLst>
              <a:ext uri="{FF2B5EF4-FFF2-40B4-BE49-F238E27FC236}">
                <a16:creationId xmlns:a16="http://schemas.microsoft.com/office/drawing/2014/main" id="{2CFB58A0-929C-47FB-8506-1C054BBD7DDC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DCA668D4-91D1-4284-8479-8BEEE7646E7A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2CBDE43B-8182-4A3B-86DB-651E7E8A8C55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 32">
            <a:hlinkClick r:id="rId2" action="ppaction://hlinksldjump"/>
            <a:extLst>
              <a:ext uri="{FF2B5EF4-FFF2-40B4-BE49-F238E27FC236}">
                <a16:creationId xmlns:a16="http://schemas.microsoft.com/office/drawing/2014/main" id="{3B98A38C-972A-4921-A938-F76BF6F63561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2" action="ppaction://hlinksldjump"/>
            <a:extLst>
              <a:ext uri="{FF2B5EF4-FFF2-40B4-BE49-F238E27FC236}">
                <a16:creationId xmlns:a16="http://schemas.microsoft.com/office/drawing/2014/main" id="{0C1BCC97-4306-48F3-9A27-B6665975CB66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hlinkClick r:id="rId2" action="ppaction://hlinksldjump"/>
            <a:extLst>
              <a:ext uri="{FF2B5EF4-FFF2-40B4-BE49-F238E27FC236}">
                <a16:creationId xmlns:a16="http://schemas.microsoft.com/office/drawing/2014/main" id="{84917560-BA70-405E-9D38-51193B1258A4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hlinkClick r:id="rId2" action="ppaction://hlinksldjump"/>
            <a:extLst>
              <a:ext uri="{FF2B5EF4-FFF2-40B4-BE49-F238E27FC236}">
                <a16:creationId xmlns:a16="http://schemas.microsoft.com/office/drawing/2014/main" id="{D7BF9CD9-E72B-4B57-8587-066E1F323F77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Cylinder 55">
            <a:hlinkClick r:id="rId2" action="ppaction://hlinksldjump"/>
            <a:extLst>
              <a:ext uri="{FF2B5EF4-FFF2-40B4-BE49-F238E27FC236}">
                <a16:creationId xmlns:a16="http://schemas.microsoft.com/office/drawing/2014/main" id="{77B54838-8517-4D80-B42D-21FE83F387C0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Rectangle 56">
            <a:hlinkClick r:id="rId2" action="ppaction://hlinksldjump"/>
            <a:extLst>
              <a:ext uri="{FF2B5EF4-FFF2-40B4-BE49-F238E27FC236}">
                <a16:creationId xmlns:a16="http://schemas.microsoft.com/office/drawing/2014/main" id="{44CD8391-E758-4A04-8EC2-E5F86ED40A2F}"/>
              </a:ext>
            </a:extLst>
          </p:cNvPr>
          <p:cNvSpPr/>
          <p:nvPr/>
        </p:nvSpPr>
        <p:spPr>
          <a:xfrm>
            <a:off x="-8480" y="13991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8" name="Hamburger">
            <a:extLst>
              <a:ext uri="{FF2B5EF4-FFF2-40B4-BE49-F238E27FC236}">
                <a16:creationId xmlns:a16="http://schemas.microsoft.com/office/drawing/2014/main" id="{BEE1C65D-6448-44BA-AD22-888C32B5743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15" descr="Close">
            <a:extLst>
              <a:ext uri="{FF2B5EF4-FFF2-40B4-BE49-F238E27FC236}">
                <a16:creationId xmlns:a16="http://schemas.microsoft.com/office/drawing/2014/main" id="{7779DE2A-126A-4A7D-9F6B-74D601A7FD26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67" descr="House">
            <a:hlinkClick r:id="rId29" action="ppaction://hlinksldjump"/>
            <a:extLst>
              <a:ext uri="{FF2B5EF4-FFF2-40B4-BE49-F238E27FC236}">
                <a16:creationId xmlns:a16="http://schemas.microsoft.com/office/drawing/2014/main" id="{4C648AF4-4A2C-40E7-93AF-32155B95D585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1" name="Arrow: Right 65">
            <a:hlinkClick r:id="rId32" action="ppaction://hlinksldjump"/>
            <a:extLst>
              <a:ext uri="{FF2B5EF4-FFF2-40B4-BE49-F238E27FC236}">
                <a16:creationId xmlns:a16="http://schemas.microsoft.com/office/drawing/2014/main" id="{80EC31C4-0984-40E9-8109-87DB28523FC6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2" name="Arrow: Down 66">
            <a:hlinkClick r:id="rId33" action="ppaction://hlinksldjump"/>
            <a:extLst>
              <a:ext uri="{FF2B5EF4-FFF2-40B4-BE49-F238E27FC236}">
                <a16:creationId xmlns:a16="http://schemas.microsoft.com/office/drawing/2014/main" id="{1C353F00-A921-4E78-86E2-363CB40F6D64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3" name="Arrow: Right 68">
            <a:hlinkClick r:id="rId34" action="ppaction://hlinksldjump"/>
            <a:extLst>
              <a:ext uri="{FF2B5EF4-FFF2-40B4-BE49-F238E27FC236}">
                <a16:creationId xmlns:a16="http://schemas.microsoft.com/office/drawing/2014/main" id="{51F5E8AE-031D-4B46-A818-82E0C1464F79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4" name="Arrow: Left 69">
            <a:hlinkClick r:id="rId35" action="ppaction://hlinksldjump"/>
            <a:extLst>
              <a:ext uri="{FF2B5EF4-FFF2-40B4-BE49-F238E27FC236}">
                <a16:creationId xmlns:a16="http://schemas.microsoft.com/office/drawing/2014/main" id="{2372B0CF-2A99-49A3-B23D-FCB53EE0DE8F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5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7CBE387F-1E88-404A-B265-9DF2E3B68398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Journey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66" name="Graphic 65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20368184-6DA1-4754-BD6F-E6D711F8A666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7" name="TextBox 66">
            <a:hlinkClick r:id="rId2" action="ppaction://hlinksldjump"/>
            <a:extLst>
              <a:ext uri="{FF2B5EF4-FFF2-40B4-BE49-F238E27FC236}">
                <a16:creationId xmlns:a16="http://schemas.microsoft.com/office/drawing/2014/main" id="{48C62EB6-6E9C-4899-85EA-30F5A77C2816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8" name="TextBox 67">
            <a:hlinkClick r:id="rId2" action="ppaction://hlinksldjump"/>
            <a:extLst>
              <a:ext uri="{FF2B5EF4-FFF2-40B4-BE49-F238E27FC236}">
                <a16:creationId xmlns:a16="http://schemas.microsoft.com/office/drawing/2014/main" id="{A841A125-0A21-4EB9-9804-DB923F870134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69" name="Arrow: Right 68">
            <a:hlinkClick r:id="rId3" action="ppaction://hlinksldjump"/>
            <a:extLst>
              <a:ext uri="{FF2B5EF4-FFF2-40B4-BE49-F238E27FC236}">
                <a16:creationId xmlns:a16="http://schemas.microsoft.com/office/drawing/2014/main" id="{3FAD79F6-D3CB-45CC-B842-BF5EEE773B71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0" name="Arrow: Left 69">
            <a:hlinkClick r:id="rId32" action="ppaction://hlinksldjump"/>
            <a:extLst>
              <a:ext uri="{FF2B5EF4-FFF2-40B4-BE49-F238E27FC236}">
                <a16:creationId xmlns:a16="http://schemas.microsoft.com/office/drawing/2014/main" id="{32C64534-AA9B-4EEB-8D00-48189AABE306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1" name="Arrow: Right 70">
            <a:hlinkClick r:id="rId35" action="ppaction://hlinksldjump"/>
            <a:extLst>
              <a:ext uri="{FF2B5EF4-FFF2-40B4-BE49-F238E27FC236}">
                <a16:creationId xmlns:a16="http://schemas.microsoft.com/office/drawing/2014/main" id="{1C517517-37DC-498B-83AC-63FEEF2A2492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2" name="Arrow: Right 71">
            <a:hlinkClick r:id="rId34" action="ppaction://hlinksldjump"/>
            <a:extLst>
              <a:ext uri="{FF2B5EF4-FFF2-40B4-BE49-F238E27FC236}">
                <a16:creationId xmlns:a16="http://schemas.microsoft.com/office/drawing/2014/main" id="{60A852EA-575D-4919-8C6D-6CABE67D1D37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U-Turn 72">
            <a:hlinkClick r:id="rId33" action="ppaction://hlinksldjump"/>
            <a:extLst>
              <a:ext uri="{FF2B5EF4-FFF2-40B4-BE49-F238E27FC236}">
                <a16:creationId xmlns:a16="http://schemas.microsoft.com/office/drawing/2014/main" id="{390236E9-4F99-4559-8266-12751F791FCB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74" name="Picture 73">
            <a:hlinkClick r:id="rId38" action="ppaction://hlinksldjump"/>
            <a:extLst>
              <a:ext uri="{FF2B5EF4-FFF2-40B4-BE49-F238E27FC236}">
                <a16:creationId xmlns:a16="http://schemas.microsoft.com/office/drawing/2014/main" id="{063846DC-D140-49AA-B1F6-DD54A90AD782}"/>
              </a:ext>
            </a:extLst>
          </p:cNvPr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0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5" presetClass="emph" presetSubtype="0" repeatCount="11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023 L 0.10639 0.00115 C 0.10639 0.03472 0.10652 0.06851 0.10665 0.10208 L 0.19037 0.10324 L 0.18868 0.00926 L 0.36667 0.01041 L 0.36667 0.01064 L 0.36667 0.01041 " pathEditMode="relative" rAng="0" ptsTypes="AAAAAAAA">
                                      <p:cBhvr>
                                        <p:cTn id="31" dur="6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59" y="5139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5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0"/>
                            </p:stCondLst>
                            <p:childTnLst>
                              <p:par>
                                <p:cTn id="6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139 C -0.00104 0.05672 -0.00117 0.11227 -0.00143 0.16759 L -0.08763 0.17014 C -0.0875 0.21922 -0.08724 0.26829 -0.08698 0.31759 L 0.07487 0.32222 L 0.07617 0.41088 L 0.15847 0.41088 L 0.15925 0.31991 L 0.28998 0.32107 C 0.29011 0.24468 0.29037 0.16852 0.29063 0.09213 L 0.33242 0.0875 L 0.33112 -0.00092 L 0.48776 -0.00092 " pathEditMode="relative" rAng="0" ptsTypes="AAAAAAAAAAAAA">
                                      <p:cBhvr>
                                        <p:cTn id="77" dur="1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78" y="20347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2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2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5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8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0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1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1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4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6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2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3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4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5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6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4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5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6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7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8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5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6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7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8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9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483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123" grpId="0" animBg="1"/>
      <p:bldP spid="123" grpId="1" animBg="1"/>
      <p:bldP spid="123" grpId="2" animBg="1"/>
      <p:bldP spid="124" grpId="0" animBg="1"/>
      <p:bldP spid="125" grpId="0" animBg="1"/>
      <p:bldP spid="125" grpId="1" animBg="1"/>
      <p:bldP spid="125" grpId="2" animBg="1"/>
      <p:bldP spid="125" grpId="3" animBg="1"/>
      <p:bldP spid="126" grpId="0" animBg="1"/>
      <p:bldP spid="126" grpId="1" animBg="1"/>
      <p:bldP spid="127" grpId="0" animBg="1"/>
      <p:bldP spid="130" grpId="0" animBg="1"/>
      <p:bldP spid="130" grpId="1" animBg="1"/>
      <p:bldP spid="130" grpId="2" animBg="1"/>
      <p:bldP spid="132" grpId="0" animBg="1"/>
      <p:bldP spid="132" grpId="1" animBg="1"/>
      <p:bldP spid="132" grpId="2" animBg="1"/>
      <p:bldP spid="134" grpId="0" animBg="1"/>
      <p:bldP spid="134" grpId="1" animBg="1"/>
      <p:bldP spid="134" grpId="2" animBg="1"/>
      <p:bldP spid="136" grpId="0" animBg="1"/>
      <p:bldP spid="136" grpId="1" animBg="1"/>
      <p:bldP spid="136" grpId="2" animBg="1"/>
      <p:bldP spid="138" grpId="0" animBg="1"/>
      <p:bldP spid="138" grpId="1" animBg="1"/>
      <p:bldP spid="140" grpId="0" animBg="1"/>
      <p:bldP spid="140" grpId="1" animBg="1"/>
      <p:bldP spid="141" grpId="0" animBg="1"/>
      <p:bldP spid="146" grpId="0" animBg="1"/>
      <p:bldP spid="146" grpId="1" animBg="1"/>
      <p:bldP spid="146" grpId="2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hlinkClick r:id="rId2" action="ppaction://hlinksldjump"/>
            <a:extLst>
              <a:ext uri="{FF2B5EF4-FFF2-40B4-BE49-F238E27FC236}">
                <a16:creationId xmlns:a16="http://schemas.microsoft.com/office/drawing/2014/main" id="{6C698841-9E1E-4B9A-95FF-A9BFBE4C2AB1}"/>
              </a:ext>
            </a:extLst>
          </p:cNvPr>
          <p:cNvSpPr/>
          <p:nvPr/>
        </p:nvSpPr>
        <p:spPr>
          <a:xfrm>
            <a:off x="0" y="0"/>
            <a:ext cx="12192000" cy="6844009"/>
          </a:xfrm>
          <a:prstGeom prst="rect">
            <a:avLst/>
          </a:prstGeom>
          <a:solidFill>
            <a:srgbClr val="00C3FE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 33">
            <a:hlinkClick r:id="rId2" action="ppaction://hlinksldjump"/>
            <a:extLst>
              <a:ext uri="{FF2B5EF4-FFF2-40B4-BE49-F238E27FC236}">
                <a16:creationId xmlns:a16="http://schemas.microsoft.com/office/drawing/2014/main" id="{142962DA-611F-4925-8A1A-48BDAE5E53D2}"/>
              </a:ext>
            </a:extLst>
          </p:cNvPr>
          <p:cNvSpPr/>
          <p:nvPr/>
        </p:nvSpPr>
        <p:spPr>
          <a:xfrm rot="5400000">
            <a:off x="5099563" y="339454"/>
            <a:ext cx="885474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 34">
            <a:hlinkClick r:id="rId2" action="ppaction://hlinksldjump"/>
            <a:extLst>
              <a:ext uri="{FF2B5EF4-FFF2-40B4-BE49-F238E27FC236}">
                <a16:creationId xmlns:a16="http://schemas.microsoft.com/office/drawing/2014/main" id="{89B7F1B7-A748-4C6F-893B-AEC1589A2E9E}"/>
              </a:ext>
            </a:extLst>
          </p:cNvPr>
          <p:cNvSpPr/>
          <p:nvPr/>
        </p:nvSpPr>
        <p:spPr>
          <a:xfrm rot="5400000">
            <a:off x="6201909" y="329020"/>
            <a:ext cx="885475" cy="14111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D71B6521-7476-4806-9D77-F03034E3DDF5}"/>
              </a:ext>
            </a:extLst>
          </p:cNvPr>
          <p:cNvSpPr/>
          <p:nvPr/>
        </p:nvSpPr>
        <p:spPr>
          <a:xfrm>
            <a:off x="3972128" y="856384"/>
            <a:ext cx="4247744" cy="885440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8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  </a:t>
            </a:r>
            <a:r>
              <a:rPr lang="en-US" sz="2800" b="1" kern="120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Journey</a:t>
            </a:r>
            <a:endParaRPr lang="en-ID" sz="28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37" name="Picture 36">
            <a:hlinkClick r:id="rId2" action="ppaction://hlinksldjump"/>
            <a:extLst>
              <a:ext uri="{FF2B5EF4-FFF2-40B4-BE49-F238E27FC236}">
                <a16:creationId xmlns:a16="http://schemas.microsoft.com/office/drawing/2014/main" id="{CE9C439A-0AB4-4034-9832-5A48772BFB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106" y="809928"/>
            <a:ext cx="1423146" cy="996202"/>
          </a:xfrm>
          <a:prstGeom prst="rect">
            <a:avLst/>
          </a:prstGeom>
          <a:effectLst>
            <a:outerShdw blurRad="152400" dist="254000" dir="8460000" algn="ctr" rotWithShape="0">
              <a:srgbClr val="000000">
                <a:alpha val="28000"/>
              </a:srgbClr>
            </a:outerShdw>
          </a:effectLst>
        </p:spPr>
      </p:pic>
      <p:pic>
        <p:nvPicPr>
          <p:cNvPr id="39" name="Picture 38">
            <a:hlinkClick r:id="rId2" action="ppaction://hlinksldjump"/>
            <a:extLst>
              <a:ext uri="{FF2B5EF4-FFF2-40B4-BE49-F238E27FC236}">
                <a16:creationId xmlns:a16="http://schemas.microsoft.com/office/drawing/2014/main" id="{420F86E9-7D94-4C61-9213-82E830570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98" y="2472810"/>
            <a:ext cx="11083489" cy="4145639"/>
          </a:xfrm>
          <a:prstGeom prst="rect">
            <a:avLst/>
          </a:prstGeom>
        </p:spPr>
      </p:pic>
      <p:pic>
        <p:nvPicPr>
          <p:cNvPr id="40" name="Picture 39">
            <a:hlinkClick r:id="rId2" action="ppaction://hlinksldjump"/>
            <a:extLst>
              <a:ext uri="{FF2B5EF4-FFF2-40B4-BE49-F238E27FC236}">
                <a16:creationId xmlns:a16="http://schemas.microsoft.com/office/drawing/2014/main" id="{2D026119-9C26-48AE-B5DD-3C9930F5737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2534040" y="2825827"/>
            <a:ext cx="384621" cy="1307071"/>
          </a:xfrm>
          <a:prstGeom prst="rect">
            <a:avLst/>
          </a:prstGeom>
        </p:spPr>
      </p:pic>
      <p:pic>
        <p:nvPicPr>
          <p:cNvPr id="41" name="Picture 40">
            <a:hlinkClick r:id="rId2" action="ppaction://hlinksldjump"/>
            <a:extLst>
              <a:ext uri="{FF2B5EF4-FFF2-40B4-BE49-F238E27FC236}">
                <a16:creationId xmlns:a16="http://schemas.microsoft.com/office/drawing/2014/main" id="{61C6756E-FD12-4B38-A4B9-0AE52431851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4889195" y="2715158"/>
            <a:ext cx="216890" cy="737066"/>
          </a:xfrm>
          <a:prstGeom prst="rect">
            <a:avLst/>
          </a:prstGeom>
        </p:spPr>
      </p:pic>
      <p:pic>
        <p:nvPicPr>
          <p:cNvPr id="42" name="Picture 41">
            <a:hlinkClick r:id="rId2" action="ppaction://hlinksldjump"/>
            <a:extLst>
              <a:ext uri="{FF2B5EF4-FFF2-40B4-BE49-F238E27FC236}">
                <a16:creationId xmlns:a16="http://schemas.microsoft.com/office/drawing/2014/main" id="{13735A03-0B68-4388-A6BB-38673C47F20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5743356" y="2707312"/>
            <a:ext cx="216890" cy="737066"/>
          </a:xfrm>
          <a:prstGeom prst="rect">
            <a:avLst/>
          </a:prstGeom>
        </p:spPr>
      </p:pic>
      <p:sp>
        <p:nvSpPr>
          <p:cNvPr id="43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42BA94E4-A938-47DE-96A0-554E141AA3C6}"/>
              </a:ext>
            </a:extLst>
          </p:cNvPr>
          <p:cNvSpPr/>
          <p:nvPr/>
        </p:nvSpPr>
        <p:spPr>
          <a:xfrm>
            <a:off x="2155671" y="2596527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tx1"/>
                </a:solidFill>
                <a:latin typeface="Impact" pitchFamily="34" charset="0"/>
              </a:rPr>
              <a:t>CHO </a:t>
            </a:r>
            <a:r>
              <a:rPr lang="en-US" sz="1100" b="1" kern="1200" dirty="0" err="1">
                <a:solidFill>
                  <a:schemeClr val="tx1"/>
                </a:solidFill>
                <a:latin typeface="Impact" pitchFamily="34" charset="0"/>
              </a:rPr>
              <a:t>melakuka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pengecekan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Profil</a:t>
            </a:r>
            <a:r>
              <a:rPr lang="en-US" sz="1100" b="1" dirty="0">
                <a:solidFill>
                  <a:schemeClr val="tx1"/>
                </a:solidFill>
                <a:latin typeface="Impact" pitchFamily="34" charset="0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Impact" pitchFamily="34" charset="0"/>
              </a:rPr>
              <a:t>Nomor</a:t>
            </a:r>
            <a:endParaRPr lang="en-ID" sz="1100" b="1" kern="1200" dirty="0">
              <a:solidFill>
                <a:schemeClr val="tx1"/>
              </a:solidFill>
              <a:latin typeface="Impact" pitchFamily="34" charset="0"/>
            </a:endParaRPr>
          </a:p>
        </p:txBody>
      </p:sp>
      <p:sp>
        <p:nvSpPr>
          <p:cNvPr id="44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B455CCEE-ACD9-46C8-9CAB-9CF1F3243DF2}"/>
              </a:ext>
            </a:extLst>
          </p:cNvPr>
          <p:cNvSpPr/>
          <p:nvPr/>
        </p:nvSpPr>
        <p:spPr>
          <a:xfrm>
            <a:off x="4629407" y="2235093"/>
            <a:ext cx="1584102" cy="799116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Profil</a:t>
            </a: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10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nomor</a:t>
            </a: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OK</a:t>
            </a:r>
          </a:p>
          <a:p>
            <a:pPr marL="0" lvl="0" indent="0" defTabSz="844550">
              <a:spcBef>
                <a:spcPct val="0"/>
              </a:spcBef>
              <a:buNone/>
            </a:pPr>
            <a:endParaRPr lang="en-US" sz="11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105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Profil</a:t>
            </a:r>
            <a:r>
              <a:rPr lang="en-US" sz="105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</a:t>
            </a:r>
            <a:r>
              <a:rPr lang="en-US" sz="1050" b="1" kern="1200" dirty="0" err="1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nomor</a:t>
            </a:r>
            <a:r>
              <a:rPr lang="en-US" sz="105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 NOK</a:t>
            </a:r>
            <a:endParaRPr lang="en-ID" sz="105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45" name="Arrow: Right 44">
            <a:hlinkClick r:id="rId2" action="ppaction://hlinksldjump"/>
            <a:extLst>
              <a:ext uri="{FF2B5EF4-FFF2-40B4-BE49-F238E27FC236}">
                <a16:creationId xmlns:a16="http://schemas.microsoft.com/office/drawing/2014/main" id="{D747F916-925F-4F8E-9902-AC34D996DA31}"/>
              </a:ext>
            </a:extLst>
          </p:cNvPr>
          <p:cNvSpPr/>
          <p:nvPr/>
        </p:nvSpPr>
        <p:spPr>
          <a:xfrm>
            <a:off x="5871168" y="2356752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Arrow: Bent 45">
            <a:hlinkClick r:id="rId2" action="ppaction://hlinksldjump"/>
            <a:extLst>
              <a:ext uri="{FF2B5EF4-FFF2-40B4-BE49-F238E27FC236}">
                <a16:creationId xmlns:a16="http://schemas.microsoft.com/office/drawing/2014/main" id="{CD78BA7E-450B-4745-9973-87C6B5189122}"/>
              </a:ext>
            </a:extLst>
          </p:cNvPr>
          <p:cNvSpPr/>
          <p:nvPr/>
        </p:nvSpPr>
        <p:spPr>
          <a:xfrm rot="5400000">
            <a:off x="5862170" y="2719508"/>
            <a:ext cx="252630" cy="228239"/>
          </a:xfrm>
          <a:prstGeom prst="bentArrow">
            <a:avLst>
              <a:gd name="adj1" fmla="val 39999"/>
              <a:gd name="adj2" fmla="val 45998"/>
              <a:gd name="adj3" fmla="val 32500"/>
              <a:gd name="adj4" fmla="val 437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47" name="Rectangle 46">
            <a:hlinkClick r:id="rId2" action="ppaction://hlinksldjump"/>
            <a:extLst>
              <a:ext uri="{FF2B5EF4-FFF2-40B4-BE49-F238E27FC236}">
                <a16:creationId xmlns:a16="http://schemas.microsoft.com/office/drawing/2014/main" id="{6C3A3971-7A63-45E6-B456-54A68973C701}"/>
              </a:ext>
            </a:extLst>
          </p:cNvPr>
          <p:cNvSpPr/>
          <p:nvPr/>
        </p:nvSpPr>
        <p:spPr>
          <a:xfrm>
            <a:off x="4629407" y="2625300"/>
            <a:ext cx="158410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8" name="Picture 47">
            <a:hlinkClick r:id="rId2" action="ppaction://hlinksldjump"/>
            <a:extLst>
              <a:ext uri="{FF2B5EF4-FFF2-40B4-BE49-F238E27FC236}">
                <a16:creationId xmlns:a16="http://schemas.microsoft.com/office/drawing/2014/main" id="{5D550C93-376D-47AB-98EF-51BA9FD440C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3995950" y="4313009"/>
            <a:ext cx="384621" cy="1307071"/>
          </a:xfrm>
          <a:prstGeom prst="rect">
            <a:avLst/>
          </a:prstGeom>
        </p:spPr>
      </p:pic>
      <p:pic>
        <p:nvPicPr>
          <p:cNvPr id="51" name="Picture 50">
            <a:hlinkClick r:id="rId2" action="ppaction://hlinksldjump"/>
            <a:extLst>
              <a:ext uri="{FF2B5EF4-FFF2-40B4-BE49-F238E27FC236}">
                <a16:creationId xmlns:a16="http://schemas.microsoft.com/office/drawing/2014/main" id="{3E9466A8-26AE-416F-894F-DE6A53CB2A5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756083" y="5534294"/>
            <a:ext cx="225027" cy="764717"/>
          </a:xfrm>
          <a:prstGeom prst="rect">
            <a:avLst/>
          </a:prstGeom>
        </p:spPr>
      </p:pic>
      <p:pic>
        <p:nvPicPr>
          <p:cNvPr id="92" name="Picture 91">
            <a:hlinkClick r:id="rId2" action="ppaction://hlinksldjump"/>
            <a:extLst>
              <a:ext uri="{FF2B5EF4-FFF2-40B4-BE49-F238E27FC236}">
                <a16:creationId xmlns:a16="http://schemas.microsoft.com/office/drawing/2014/main" id="{C6FBFE5C-9AB5-4F29-B1B6-16E09960FE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8" y="3075975"/>
            <a:ext cx="647020" cy="566269"/>
          </a:xfrm>
          <a:prstGeom prst="rect">
            <a:avLst/>
          </a:prstGeom>
        </p:spPr>
      </p:pic>
      <p:sp>
        <p:nvSpPr>
          <p:cNvPr id="52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3BEC3999-DEC7-4A4B-B510-46F64CCB7BB5}"/>
              </a:ext>
            </a:extLst>
          </p:cNvPr>
          <p:cNvSpPr/>
          <p:nvPr/>
        </p:nvSpPr>
        <p:spPr>
          <a:xfrm>
            <a:off x="6424622" y="5246709"/>
            <a:ext cx="887951" cy="417141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Tim Network </a:t>
            </a: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Melakukan</a:t>
            </a: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pengecekan</a:t>
            </a: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 dan </a:t>
            </a: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analisa</a:t>
            </a:r>
            <a:endParaRPr lang="en-ID" sz="6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74" name="Picture 73">
            <a:hlinkClick r:id="rId2" action="ppaction://hlinksldjump"/>
            <a:extLst>
              <a:ext uri="{FF2B5EF4-FFF2-40B4-BE49-F238E27FC236}">
                <a16:creationId xmlns:a16="http://schemas.microsoft.com/office/drawing/2014/main" id="{87C2046C-554D-4C68-A9DD-5E39ED6EF892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152490" y="4824972"/>
            <a:ext cx="246984" cy="839335"/>
          </a:xfrm>
          <a:prstGeom prst="rect">
            <a:avLst/>
          </a:prstGeom>
        </p:spPr>
      </p:pic>
      <p:sp>
        <p:nvSpPr>
          <p:cNvPr id="75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1D95CD5F-5584-4C61-9F93-890A81C2180A}"/>
              </a:ext>
            </a:extLst>
          </p:cNvPr>
          <p:cNvSpPr/>
          <p:nvPr/>
        </p:nvSpPr>
        <p:spPr>
          <a:xfrm>
            <a:off x="5914686" y="4587707"/>
            <a:ext cx="740481" cy="457844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  <a:prstDash val="sysDash"/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Laporan</a:t>
            </a: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Koordinasi</a:t>
            </a: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Kendala</a:t>
            </a: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Sinyal</a:t>
            </a: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 </a:t>
            </a:r>
            <a:r>
              <a:rPr lang="en-ID" sz="600" dirty="0" err="1">
                <a:solidFill>
                  <a:srgbClr val="FFFF00"/>
                </a:solidFill>
                <a:latin typeface="Impact" panose="020B0806030902050204" pitchFamily="34" charset="0"/>
              </a:rPr>
              <a:t>Tidak</a:t>
            </a:r>
            <a:r>
              <a:rPr lang="en-ID" sz="600" dirty="0">
                <a:solidFill>
                  <a:srgbClr val="FFFF00"/>
                </a:solidFill>
                <a:latin typeface="Impact" panose="020B0806030902050204" pitchFamily="34" charset="0"/>
              </a:rPr>
              <a:t> Stabil</a:t>
            </a:r>
            <a:endParaRPr lang="en-ID" sz="6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78" name="Picture 77">
            <a:hlinkClick r:id="rId2" action="ppaction://hlinksldjump"/>
            <a:extLst>
              <a:ext uri="{FF2B5EF4-FFF2-40B4-BE49-F238E27FC236}">
                <a16:creationId xmlns:a16="http://schemas.microsoft.com/office/drawing/2014/main" id="{C2004FBC-DC4F-4B34-8AD2-95E7ABD06EB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10682343" y="2721922"/>
            <a:ext cx="216890" cy="737066"/>
          </a:xfrm>
          <a:prstGeom prst="rect">
            <a:avLst/>
          </a:prstGeom>
        </p:spPr>
      </p:pic>
      <p:sp>
        <p:nvSpPr>
          <p:cNvPr id="79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76080783-8C5F-4728-A97A-000E8D236224}"/>
              </a:ext>
            </a:extLst>
          </p:cNvPr>
          <p:cNvSpPr/>
          <p:nvPr/>
        </p:nvSpPr>
        <p:spPr>
          <a:xfrm>
            <a:off x="10235634" y="2482139"/>
            <a:ext cx="1107424" cy="601552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algn="ctr" defTabSz="844550">
              <a:spcBef>
                <a:spcPct val="0"/>
              </a:spcBef>
              <a:buNone/>
            </a:pPr>
            <a:r>
              <a:rPr lang="en-US" sz="11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Closed</a:t>
            </a:r>
            <a:endParaRPr lang="en-ID" sz="1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80" name="Picture 79">
            <a:hlinkClick r:id="rId2" action="ppaction://hlinksldjump"/>
            <a:extLst>
              <a:ext uri="{FF2B5EF4-FFF2-40B4-BE49-F238E27FC236}">
                <a16:creationId xmlns:a16="http://schemas.microsoft.com/office/drawing/2014/main" id="{8C54A53B-0904-4A9C-9F18-64BB50F583B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617448" y="2703117"/>
            <a:ext cx="216890" cy="737066"/>
          </a:xfrm>
          <a:prstGeom prst="rect">
            <a:avLst/>
          </a:prstGeom>
        </p:spPr>
      </p:pic>
      <p:sp>
        <p:nvSpPr>
          <p:cNvPr id="81" name="Arrow: Left-Right 64">
            <a:hlinkClick r:id="rId2" action="ppaction://hlinksldjump"/>
            <a:extLst>
              <a:ext uri="{FF2B5EF4-FFF2-40B4-BE49-F238E27FC236}">
                <a16:creationId xmlns:a16="http://schemas.microsoft.com/office/drawing/2014/main" id="{AE89B91D-C4F3-4BA7-8A04-7A71B2383FFD}"/>
              </a:ext>
            </a:extLst>
          </p:cNvPr>
          <p:cNvSpPr/>
          <p:nvPr/>
        </p:nvSpPr>
        <p:spPr>
          <a:xfrm>
            <a:off x="216719" y="2545422"/>
            <a:ext cx="1061443" cy="519463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lvl="0" defTabSz="844550">
              <a:spcBef>
                <a:spcPct val="0"/>
              </a:spcBef>
            </a:pPr>
            <a:r>
              <a:rPr lang="en-ID" sz="800" dirty="0">
                <a:latin typeface="Impact" panose="020B0806030902050204" pitchFamily="34" charset="0"/>
              </a:rPr>
              <a:t>Agent E-Care</a:t>
            </a:r>
          </a:p>
          <a:p>
            <a:pPr lvl="0" defTabSz="844550">
              <a:spcBef>
                <a:spcPct val="0"/>
              </a:spcBef>
            </a:pPr>
            <a:r>
              <a:rPr lang="en-ID" sz="800" dirty="0" err="1">
                <a:latin typeface="Impact" panose="020B0806030902050204" pitchFamily="34" charset="0"/>
              </a:rPr>
              <a:t>membuat</a:t>
            </a:r>
            <a:r>
              <a:rPr lang="en-ID" sz="800" dirty="0">
                <a:latin typeface="Impact" panose="020B0806030902050204" pitchFamily="34" charset="0"/>
              </a:rPr>
              <a:t> case Network</a:t>
            </a:r>
            <a:endParaRPr lang="en-ID" sz="6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2" name="Arrow: Right 81">
            <a:hlinkClick r:id="rId2" action="ppaction://hlinksldjump"/>
            <a:extLst>
              <a:ext uri="{FF2B5EF4-FFF2-40B4-BE49-F238E27FC236}">
                <a16:creationId xmlns:a16="http://schemas.microsoft.com/office/drawing/2014/main" id="{8955C276-C975-462A-9517-64B358124008}"/>
              </a:ext>
            </a:extLst>
          </p:cNvPr>
          <p:cNvSpPr/>
          <p:nvPr/>
        </p:nvSpPr>
        <p:spPr>
          <a:xfrm>
            <a:off x="976981" y="2676333"/>
            <a:ext cx="228239" cy="2131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3" name="Picture 82">
            <a:hlinkClick r:id="rId2" action="ppaction://hlinksldjump"/>
            <a:extLst>
              <a:ext uri="{FF2B5EF4-FFF2-40B4-BE49-F238E27FC236}">
                <a16:creationId xmlns:a16="http://schemas.microsoft.com/office/drawing/2014/main" id="{9C3B8A44-9A01-4C76-91FD-EB5BD231EB1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237" y="3306333"/>
            <a:ext cx="305309" cy="30530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84" name="Picture 83">
            <a:hlinkClick r:id="rId2" action="ppaction://hlinksldjump"/>
            <a:extLst>
              <a:ext uri="{FF2B5EF4-FFF2-40B4-BE49-F238E27FC236}">
                <a16:creationId xmlns:a16="http://schemas.microsoft.com/office/drawing/2014/main" id="{CD835294-828B-4A5A-97CE-14F959D9C575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453" t="10819" r="14553" b="10819"/>
          <a:stretch/>
        </p:blipFill>
        <p:spPr>
          <a:xfrm rot="18967821">
            <a:off x="292334" y="3224721"/>
            <a:ext cx="481370" cy="500153"/>
          </a:xfrm>
          <a:prstGeom prst="rect">
            <a:avLst/>
          </a:prstGeom>
        </p:spPr>
      </p:pic>
      <p:pic>
        <p:nvPicPr>
          <p:cNvPr id="94" name="Picture 93">
            <a:hlinkClick r:id="rId2" action="ppaction://hlinksldjump"/>
            <a:extLst>
              <a:ext uri="{FF2B5EF4-FFF2-40B4-BE49-F238E27FC236}">
                <a16:creationId xmlns:a16="http://schemas.microsoft.com/office/drawing/2014/main" id="{A1A7C430-58B6-4FAF-80F4-5B7E5A092FC3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639039" y="2843510"/>
            <a:ext cx="511879" cy="565766"/>
          </a:xfrm>
          <a:prstGeom prst="rect">
            <a:avLst/>
          </a:prstGeom>
        </p:spPr>
      </p:pic>
      <p:pic>
        <p:nvPicPr>
          <p:cNvPr id="85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66138A56-160C-4DDC-A276-CB3943BA4588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21" y="2956608"/>
            <a:ext cx="1422922" cy="1422922"/>
          </a:xfrm>
          <a:prstGeom prst="rect">
            <a:avLst/>
          </a:prstGeom>
        </p:spPr>
      </p:pic>
      <p:pic>
        <p:nvPicPr>
          <p:cNvPr id="86" name="Picture 85">
            <a:hlinkClick r:id="rId2" action="ppaction://hlinksldjump"/>
            <a:extLst>
              <a:ext uri="{FF2B5EF4-FFF2-40B4-BE49-F238E27FC236}">
                <a16:creationId xmlns:a16="http://schemas.microsoft.com/office/drawing/2014/main" id="{B15F5A93-4752-4821-9666-5B12500D940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7762750" y="4833315"/>
            <a:ext cx="246984" cy="839335"/>
          </a:xfrm>
          <a:prstGeom prst="rect">
            <a:avLst/>
          </a:prstGeom>
        </p:spPr>
      </p:pic>
      <p:pic>
        <p:nvPicPr>
          <p:cNvPr id="93" name="Picture 92">
            <a:hlinkClick r:id="rId2" action="ppaction://hlinksldjump"/>
            <a:extLst>
              <a:ext uri="{FF2B5EF4-FFF2-40B4-BE49-F238E27FC236}">
                <a16:creationId xmlns:a16="http://schemas.microsoft.com/office/drawing/2014/main" id="{595DECC1-BC83-474C-B512-494BAEF5F11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1" t="22142" r="22737" b="31099"/>
          <a:stretch/>
        </p:blipFill>
        <p:spPr>
          <a:xfrm>
            <a:off x="3943349" y="2945483"/>
            <a:ext cx="595098" cy="499024"/>
          </a:xfrm>
          <a:prstGeom prst="rect">
            <a:avLst/>
          </a:prstGeom>
        </p:spPr>
      </p:pic>
      <p:pic>
        <p:nvPicPr>
          <p:cNvPr id="100" name="Picture 99">
            <a:hlinkClick r:id="rId2" action="ppaction://hlinksldjump"/>
            <a:extLst>
              <a:ext uri="{FF2B5EF4-FFF2-40B4-BE49-F238E27FC236}">
                <a16:creationId xmlns:a16="http://schemas.microsoft.com/office/drawing/2014/main" id="{2BD1D94B-A509-40A5-82C4-9BC8CA0FE02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3554" y="3014435"/>
            <a:ext cx="643975" cy="993811"/>
          </a:xfrm>
          <a:prstGeom prst="rect">
            <a:avLst/>
          </a:prstGeom>
        </p:spPr>
      </p:pic>
      <p:sp>
        <p:nvSpPr>
          <p:cNvPr id="87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01222DAF-ACE4-403D-ACB1-2B7263C04E3F}"/>
              </a:ext>
            </a:extLst>
          </p:cNvPr>
          <p:cNvSpPr/>
          <p:nvPr/>
        </p:nvSpPr>
        <p:spPr>
          <a:xfrm>
            <a:off x="7524946" y="4596050"/>
            <a:ext cx="740481" cy="457844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FF00"/>
            </a:solidFill>
            <a:prstDash val="sysDash"/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Hasil </a:t>
            </a:r>
            <a:r>
              <a:rPr lang="en-ID" sz="700" dirty="0" err="1">
                <a:solidFill>
                  <a:srgbClr val="FFFF00"/>
                </a:solidFill>
                <a:latin typeface="Impact" panose="020B0806030902050204" pitchFamily="34" charset="0"/>
              </a:rPr>
              <a:t>Koordinasi</a:t>
            </a:r>
            <a:r>
              <a:rPr lang="en-ID" sz="700" dirty="0">
                <a:solidFill>
                  <a:srgbClr val="FFFF00"/>
                </a:solidFill>
                <a:latin typeface="Impact" panose="020B0806030902050204" pitchFamily="34" charset="0"/>
              </a:rPr>
              <a:t> Tim Network</a:t>
            </a:r>
            <a:endParaRPr lang="en-ID" sz="700" b="1" kern="1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6617B974-D5F4-450F-BD4F-231695D36FF5}"/>
              </a:ext>
            </a:extLst>
          </p:cNvPr>
          <p:cNvSpPr/>
          <p:nvPr/>
        </p:nvSpPr>
        <p:spPr>
          <a:xfrm>
            <a:off x="8300486" y="3377042"/>
            <a:ext cx="1355234" cy="2214725"/>
          </a:xfrm>
          <a:prstGeom prst="rect">
            <a:avLst/>
          </a:prstGeom>
          <a:solidFill>
            <a:srgbClr val="4CD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8" name="Picture 87">
            <a:hlinkClick r:id="rId2" action="ppaction://hlinksldjump"/>
            <a:extLst>
              <a:ext uri="{FF2B5EF4-FFF2-40B4-BE49-F238E27FC236}">
                <a16:creationId xmlns:a16="http://schemas.microsoft.com/office/drawing/2014/main" id="{5B108343-19EA-4B52-9908-FBBA81F22709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1" t="46528" r="69866" b="49237"/>
          <a:stretch/>
        </p:blipFill>
        <p:spPr>
          <a:xfrm rot="10800000">
            <a:off x="8188514" y="3396565"/>
            <a:ext cx="1179718" cy="290461"/>
          </a:xfrm>
          <a:prstGeom prst="rect">
            <a:avLst/>
          </a:prstGeom>
        </p:spPr>
      </p:pic>
      <p:pic>
        <p:nvPicPr>
          <p:cNvPr id="89" name="Picture 88">
            <a:hlinkClick r:id="rId2" action="ppaction://hlinksldjump"/>
            <a:extLst>
              <a:ext uri="{FF2B5EF4-FFF2-40B4-BE49-F238E27FC236}">
                <a16:creationId xmlns:a16="http://schemas.microsoft.com/office/drawing/2014/main" id="{1C100B1A-E4D1-401F-BFC8-FB5D343FA026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1" t="46528" r="69866" b="49237"/>
          <a:stretch/>
        </p:blipFill>
        <p:spPr>
          <a:xfrm rot="10800000">
            <a:off x="8974795" y="3396160"/>
            <a:ext cx="1179718" cy="290461"/>
          </a:xfrm>
          <a:prstGeom prst="rect">
            <a:avLst/>
          </a:prstGeom>
        </p:spPr>
      </p:pic>
      <p:pic>
        <p:nvPicPr>
          <p:cNvPr id="90" name="Picture 89">
            <a:hlinkClick r:id="rId2" action="ppaction://hlinksldjump"/>
            <a:extLst>
              <a:ext uri="{FF2B5EF4-FFF2-40B4-BE49-F238E27FC236}">
                <a16:creationId xmlns:a16="http://schemas.microsoft.com/office/drawing/2014/main" id="{0073D4A5-73D1-4403-ACE1-C8596BD5AF49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1" t="46528" r="69866" b="49237"/>
          <a:stretch/>
        </p:blipFill>
        <p:spPr>
          <a:xfrm>
            <a:off x="8530045" y="5559736"/>
            <a:ext cx="1179718" cy="290461"/>
          </a:xfrm>
          <a:prstGeom prst="rect">
            <a:avLst/>
          </a:prstGeom>
        </p:spPr>
      </p:pic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932A7BB5-FC1B-468B-B728-77D239DA4F4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818" y="3633905"/>
            <a:ext cx="1664352" cy="2304488"/>
          </a:xfrm>
          <a:prstGeom prst="rect">
            <a:avLst/>
          </a:prstGeom>
        </p:spPr>
      </p:pic>
      <p:pic>
        <p:nvPicPr>
          <p:cNvPr id="76" name="Picture 75">
            <a:hlinkClick r:id="rId2" action="ppaction://hlinksldjump"/>
            <a:extLst>
              <a:ext uri="{FF2B5EF4-FFF2-40B4-BE49-F238E27FC236}">
                <a16:creationId xmlns:a16="http://schemas.microsoft.com/office/drawing/2014/main" id="{35C17B9E-56B1-44A7-B77C-E51FD8D912A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9729483" y="4382111"/>
            <a:ext cx="384621" cy="1307071"/>
          </a:xfrm>
          <a:prstGeom prst="rect">
            <a:avLst/>
          </a:prstGeom>
        </p:spPr>
      </p:pic>
      <p:sp>
        <p:nvSpPr>
          <p:cNvPr id="77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0E67CF5B-2008-40AA-94F9-1A8BE9E6E3FB}"/>
              </a:ext>
            </a:extLst>
          </p:cNvPr>
          <p:cNvSpPr/>
          <p:nvPr/>
        </p:nvSpPr>
        <p:spPr>
          <a:xfrm>
            <a:off x="9351114" y="4208791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sesuai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Hasil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Koordinasi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Tim Network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49" name="Mobil">
            <a:hlinkClick r:id="rId2" action="ppaction://hlinksldjump"/>
            <a:extLst>
              <a:ext uri="{FF2B5EF4-FFF2-40B4-BE49-F238E27FC236}">
                <a16:creationId xmlns:a16="http://schemas.microsoft.com/office/drawing/2014/main" id="{B95DF790-595B-4EBD-85A2-2BFF567FADB9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039" y="3009654"/>
            <a:ext cx="1458905" cy="1458905"/>
          </a:xfrm>
          <a:prstGeom prst="rect">
            <a:avLst/>
          </a:prstGeom>
        </p:spPr>
      </p:pic>
      <p:pic>
        <p:nvPicPr>
          <p:cNvPr id="102" name="Picture 101">
            <a:hlinkClick r:id="rId2" action="ppaction://hlinksldjump"/>
            <a:extLst>
              <a:ext uri="{FF2B5EF4-FFF2-40B4-BE49-F238E27FC236}">
                <a16:creationId xmlns:a16="http://schemas.microsoft.com/office/drawing/2014/main" id="{97D32324-155E-46FE-95EF-FBA36415062F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1" t="22142" r="22737" b="31099"/>
          <a:stretch/>
        </p:blipFill>
        <p:spPr>
          <a:xfrm>
            <a:off x="9074677" y="2942928"/>
            <a:ext cx="595098" cy="499024"/>
          </a:xfrm>
          <a:prstGeom prst="rect">
            <a:avLst/>
          </a:prstGeom>
        </p:spPr>
      </p:pic>
      <p:pic>
        <p:nvPicPr>
          <p:cNvPr id="98" name="Picture 97">
            <a:hlinkClick r:id="rId2" action="ppaction://hlinksldjump"/>
            <a:extLst>
              <a:ext uri="{FF2B5EF4-FFF2-40B4-BE49-F238E27FC236}">
                <a16:creationId xmlns:a16="http://schemas.microsoft.com/office/drawing/2014/main" id="{A023B79C-4058-4302-8AE9-62BDD408FC38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1" t="4185" r="5669" b="3106"/>
          <a:stretch/>
        </p:blipFill>
        <p:spPr>
          <a:xfrm flipH="1">
            <a:off x="10727170" y="4238813"/>
            <a:ext cx="511879" cy="565766"/>
          </a:xfrm>
          <a:prstGeom prst="rect">
            <a:avLst/>
          </a:prstGeom>
        </p:spPr>
      </p:pic>
      <p:sp>
        <p:nvSpPr>
          <p:cNvPr id="50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5475ADAC-7BBB-47D4-9052-07EDBDECD874}"/>
              </a:ext>
            </a:extLst>
          </p:cNvPr>
          <p:cNvSpPr/>
          <p:nvPr/>
        </p:nvSpPr>
        <p:spPr>
          <a:xfrm>
            <a:off x="3675362" y="4187591"/>
            <a:ext cx="1060854" cy="514116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melakukan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Analisa </a:t>
            </a:r>
            <a:r>
              <a:rPr lang="en-ID" sz="800" dirty="0" err="1">
                <a:solidFill>
                  <a:schemeClr val="tx1"/>
                </a:solidFill>
                <a:latin typeface="Impact" panose="020B0806030902050204" pitchFamily="34" charset="0"/>
              </a:rPr>
              <a:t>histori</a:t>
            </a:r>
            <a:r>
              <a:rPr lang="en-ID" sz="800" dirty="0">
                <a:solidFill>
                  <a:schemeClr val="tx1"/>
                </a:solidFill>
                <a:latin typeface="Impact" panose="020B0806030902050204" pitchFamily="34" charset="0"/>
              </a:rPr>
              <a:t> Case </a:t>
            </a:r>
            <a:endParaRPr lang="en-ID" sz="8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95" name="Picture 94">
            <a:hlinkClick r:id="rId2" action="ppaction://hlinksldjump"/>
            <a:extLst>
              <a:ext uri="{FF2B5EF4-FFF2-40B4-BE49-F238E27FC236}">
                <a16:creationId xmlns:a16="http://schemas.microsoft.com/office/drawing/2014/main" id="{01375834-D8DD-4964-8D24-CECD7D523D1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4" t="38157" r="48395" b="17049"/>
          <a:stretch/>
        </p:blipFill>
        <p:spPr>
          <a:xfrm>
            <a:off x="8833374" y="2174220"/>
            <a:ext cx="384621" cy="1307071"/>
          </a:xfrm>
          <a:prstGeom prst="rect">
            <a:avLst/>
          </a:prstGeom>
        </p:spPr>
      </p:pic>
      <p:sp>
        <p:nvSpPr>
          <p:cNvPr id="96" name="Arrow: Right 65">
            <a:hlinkClick r:id="rId2" action="ppaction://hlinksldjump"/>
            <a:extLst>
              <a:ext uri="{FF2B5EF4-FFF2-40B4-BE49-F238E27FC236}">
                <a16:creationId xmlns:a16="http://schemas.microsoft.com/office/drawing/2014/main" id="{46957B96-4EBC-40A1-BC26-2E139B547B4B}"/>
              </a:ext>
            </a:extLst>
          </p:cNvPr>
          <p:cNvSpPr/>
          <p:nvPr/>
        </p:nvSpPr>
        <p:spPr>
          <a:xfrm>
            <a:off x="8455005" y="2000900"/>
            <a:ext cx="1176415" cy="624524"/>
          </a:xfrm>
          <a:prstGeom prst="round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</a:pP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CHO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Callback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Infokan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sudah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dibantu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refresh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fitur</a:t>
            </a:r>
            <a:r>
              <a:rPr lang="en-ID" sz="900" dirty="0">
                <a:solidFill>
                  <a:schemeClr val="tx1"/>
                </a:solidFill>
                <a:latin typeface="Impact" panose="020B0806030902050204" pitchFamily="34" charset="0"/>
              </a:rPr>
              <a:t> </a:t>
            </a:r>
            <a:r>
              <a:rPr lang="en-ID" sz="900" dirty="0" err="1">
                <a:solidFill>
                  <a:schemeClr val="tx1"/>
                </a:solidFill>
                <a:latin typeface="Impact" panose="020B0806030902050204" pitchFamily="34" charset="0"/>
              </a:rPr>
              <a:t>nomor</a:t>
            </a:r>
            <a:endParaRPr lang="en-ID" sz="900" b="1" kern="12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1" name="Picture 100">
            <a:hlinkClick r:id="rId2" action="ppaction://hlinksldjump"/>
            <a:extLst>
              <a:ext uri="{FF2B5EF4-FFF2-40B4-BE49-F238E27FC236}">
                <a16:creationId xmlns:a16="http://schemas.microsoft.com/office/drawing/2014/main" id="{B7ED768D-79B0-442A-96BC-FAE9E36376F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5000" b="97885" l="10000" r="90000">
                        <a14:foregroundMark x1="41556" y1="12500" x2="52778" y2="16538"/>
                        <a14:foregroundMark x1="49444" y1="5192" x2="49444" y2="5192"/>
                        <a14:foregroundMark x1="32889" y1="32692" x2="51333" y2="32115"/>
                        <a14:foregroundMark x1="51333" y1="32115" x2="58778" y2="32115"/>
                        <a14:foregroundMark x1="29000" y1="25769" x2="48222" y2="33269"/>
                        <a14:foregroundMark x1="48222" y1="33269" x2="63667" y2="30385"/>
                        <a14:foregroundMark x1="63667" y1="30385" x2="70000" y2="82500"/>
                        <a14:foregroundMark x1="70000" y1="82500" x2="37000" y2="88654"/>
                        <a14:foregroundMark x1="37000" y1="88654" x2="28667" y2="85769"/>
                        <a14:foregroundMark x1="29667" y1="44038" x2="30333" y2="35962"/>
                        <a14:foregroundMark x1="29000" y1="30962" x2="35111" y2="55577"/>
                        <a14:foregroundMark x1="35111" y1="55577" x2="47222" y2="69808"/>
                        <a14:foregroundMark x1="28333" y1="36538" x2="28333" y2="36538"/>
                        <a14:foregroundMark x1="62333" y1="27885" x2="71889" y2="47308"/>
                        <a14:foregroundMark x1="71889" y1="47308" x2="72222" y2="74423"/>
                        <a14:foregroundMark x1="72222" y1="74423" x2="64333" y2="96346"/>
                        <a14:foregroundMark x1="64333" y1="96346" x2="59333" y2="95769"/>
                        <a14:foregroundMark x1="73000" y1="50192" x2="69778" y2="24808"/>
                        <a14:foregroundMark x1="69778" y1="24808" x2="66667" y2="24038"/>
                        <a14:foregroundMark x1="72889" y1="25769" x2="73111" y2="72308"/>
                        <a14:foregroundMark x1="26111" y1="25769" x2="27778" y2="58269"/>
                        <a14:foregroundMark x1="26556" y1="41731" x2="26889" y2="58269"/>
                        <a14:foregroundMark x1="73889" y1="25577" x2="73889" y2="32308"/>
                        <a14:foregroundMark x1="74222" y1="34615" x2="74111" y2="43269"/>
                        <a14:foregroundMark x1="73778" y1="38462" x2="73667" y2="97885"/>
                        <a14:foregroundMark x1="61000" y1="46923" x2="60667" y2="73654"/>
                        <a14:foregroundMark x1="60667" y1="73654" x2="68222" y2="80000"/>
                        <a14:foregroundMark x1="50000" y1="45769" x2="50556" y2="72115"/>
                        <a14:foregroundMark x1="50556" y1="72115" x2="32222" y2="79038"/>
                        <a14:foregroundMark x1="38000" y1="79231" x2="50000" y2="80192"/>
                        <a14:foregroundMark x1="23333" y1="70192" x2="30000" y2="70192"/>
                        <a14:foregroundMark x1="24778" y1="18077" x2="24000" y2="18077"/>
                        <a14:foregroundMark x1="23889" y1="17885" x2="23889" y2="17885"/>
                        <a14:foregroundMark x1="23667" y1="17885" x2="23111" y2="17885"/>
                        <a14:foregroundMark x1="23556" y1="18077" x2="22667" y2="184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319" y="5326631"/>
            <a:ext cx="698348" cy="284659"/>
          </a:xfrm>
          <a:prstGeom prst="rect">
            <a:avLst/>
          </a:prstGeom>
        </p:spPr>
      </p:pic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21BFE61B-031E-4DA4-A58C-A5EF4A122CA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25" y="1799729"/>
            <a:ext cx="3180009" cy="29633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76ACF123-9069-410B-AF2A-B7671B6119E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886" y="1864035"/>
            <a:ext cx="4380228" cy="2087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hlinkClick r:id="rId2" action="ppaction://hlinksldjump"/>
            <a:extLst>
              <a:ext uri="{FF2B5EF4-FFF2-40B4-BE49-F238E27FC236}">
                <a16:creationId xmlns:a16="http://schemas.microsoft.com/office/drawing/2014/main" id="{5FD8CA0A-DFB0-4AB4-827E-8F8D777CDDB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132" y="2640115"/>
            <a:ext cx="5158574" cy="1510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337A4697-4FB7-4897-95E3-842270D9FB4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996" y="1817834"/>
            <a:ext cx="4926009" cy="2108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hlinkClick r:id="rId2" action="ppaction://hlinksldjump"/>
            <a:extLst>
              <a:ext uri="{FF2B5EF4-FFF2-40B4-BE49-F238E27FC236}">
                <a16:creationId xmlns:a16="http://schemas.microsoft.com/office/drawing/2014/main" id="{70C3E693-1DFE-43B6-91EF-E6EDCEA8B11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841" y="1833907"/>
            <a:ext cx="4668318" cy="2202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2A601C81-6398-4E7D-9A9F-08C225C227A8}"/>
              </a:ext>
            </a:extLst>
          </p:cNvPr>
          <p:cNvPicPr>
            <a:picLocks noChangeAspect="1"/>
          </p:cNvPicPr>
          <p:nvPr/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30" y="1816677"/>
            <a:ext cx="2760695" cy="20705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41CB892D-AF4A-45D9-A147-6CDF4319590E}"/>
              </a:ext>
            </a:extLst>
          </p:cNvPr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309" y="1822096"/>
            <a:ext cx="2804260" cy="2046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selimut">
            <a:hlinkClick r:id="rId2" action="ppaction://hlinksldjump"/>
            <a:extLst>
              <a:ext uri="{FF2B5EF4-FFF2-40B4-BE49-F238E27FC236}">
                <a16:creationId xmlns:a16="http://schemas.microsoft.com/office/drawing/2014/main" id="{44F60C89-1603-4D57-B6B0-D8379AE5C5A0}"/>
              </a:ext>
            </a:extLst>
          </p:cNvPr>
          <p:cNvSpPr/>
          <p:nvPr/>
        </p:nvSpPr>
        <p:spPr>
          <a:xfrm>
            <a:off x="-1" y="1"/>
            <a:ext cx="12192000" cy="6975484"/>
          </a:xfrm>
          <a:prstGeom prst="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hlinkClick r:id="rId2" action="ppaction://hlinksldjump"/>
            <a:extLst>
              <a:ext uri="{FF2B5EF4-FFF2-40B4-BE49-F238E27FC236}">
                <a16:creationId xmlns:a16="http://schemas.microsoft.com/office/drawing/2014/main" id="{7BE0D21C-1833-451C-9711-35540844BFC7}"/>
              </a:ext>
            </a:extLst>
          </p:cNvPr>
          <p:cNvSpPr/>
          <p:nvPr/>
        </p:nvSpPr>
        <p:spPr>
          <a:xfrm>
            <a:off x="11569716" y="971985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hlinkClick r:id="rId2" action="ppaction://hlinksldjump"/>
            <a:extLst>
              <a:ext uri="{FF2B5EF4-FFF2-40B4-BE49-F238E27FC236}">
                <a16:creationId xmlns:a16="http://schemas.microsoft.com/office/drawing/2014/main" id="{B0FD96F0-C701-4E18-AB52-19421CD8D064}"/>
              </a:ext>
            </a:extLst>
          </p:cNvPr>
          <p:cNvSpPr/>
          <p:nvPr/>
        </p:nvSpPr>
        <p:spPr>
          <a:xfrm>
            <a:off x="11613009" y="152736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hlinkClick r:id="rId2" action="ppaction://hlinksldjump"/>
            <a:extLst>
              <a:ext uri="{FF2B5EF4-FFF2-40B4-BE49-F238E27FC236}">
                <a16:creationId xmlns:a16="http://schemas.microsoft.com/office/drawing/2014/main" id="{2B810A2C-70DA-44D8-89DB-518776CDA75D}"/>
              </a:ext>
            </a:extLst>
          </p:cNvPr>
          <p:cNvSpPr/>
          <p:nvPr/>
        </p:nvSpPr>
        <p:spPr>
          <a:xfrm>
            <a:off x="11598943" y="2210584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hlinkClick r:id="rId2" action="ppaction://hlinksldjump"/>
            <a:extLst>
              <a:ext uri="{FF2B5EF4-FFF2-40B4-BE49-F238E27FC236}">
                <a16:creationId xmlns:a16="http://schemas.microsoft.com/office/drawing/2014/main" id="{9B780E94-D25E-488D-B48C-F7AEA2DAD9F2}"/>
              </a:ext>
            </a:extLst>
          </p:cNvPr>
          <p:cNvSpPr/>
          <p:nvPr/>
        </p:nvSpPr>
        <p:spPr>
          <a:xfrm>
            <a:off x="11551536" y="269291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hlinkClick r:id="rId2" action="ppaction://hlinksldjump"/>
            <a:extLst>
              <a:ext uri="{FF2B5EF4-FFF2-40B4-BE49-F238E27FC236}">
                <a16:creationId xmlns:a16="http://schemas.microsoft.com/office/drawing/2014/main" id="{EE7F9561-98B5-4C8E-90FF-41A1A6A202B7}"/>
              </a:ext>
            </a:extLst>
          </p:cNvPr>
          <p:cNvSpPr/>
          <p:nvPr/>
        </p:nvSpPr>
        <p:spPr>
          <a:xfrm>
            <a:off x="11629623" y="3420297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hlinkClick r:id="rId2" action="ppaction://hlinksldjump"/>
            <a:extLst>
              <a:ext uri="{FF2B5EF4-FFF2-40B4-BE49-F238E27FC236}">
                <a16:creationId xmlns:a16="http://schemas.microsoft.com/office/drawing/2014/main" id="{F807B955-1658-4198-9152-8832D9CE4105}"/>
              </a:ext>
            </a:extLst>
          </p:cNvPr>
          <p:cNvSpPr/>
          <p:nvPr/>
        </p:nvSpPr>
        <p:spPr>
          <a:xfrm>
            <a:off x="11634275" y="3940031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 32">
            <a:hlinkClick r:id="rId2" action="ppaction://hlinksldjump"/>
            <a:extLst>
              <a:ext uri="{FF2B5EF4-FFF2-40B4-BE49-F238E27FC236}">
                <a16:creationId xmlns:a16="http://schemas.microsoft.com/office/drawing/2014/main" id="{B07203C1-EECB-4400-96F0-4E8BA15B628F}"/>
              </a:ext>
            </a:extLst>
          </p:cNvPr>
          <p:cNvSpPr/>
          <p:nvPr/>
        </p:nvSpPr>
        <p:spPr>
          <a:xfrm>
            <a:off x="11625402" y="4697659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 52">
            <a:hlinkClick r:id="rId2" action="ppaction://hlinksldjump"/>
            <a:extLst>
              <a:ext uri="{FF2B5EF4-FFF2-40B4-BE49-F238E27FC236}">
                <a16:creationId xmlns:a16="http://schemas.microsoft.com/office/drawing/2014/main" id="{D1D3F21C-781D-4145-A942-6056CE050D3A}"/>
              </a:ext>
            </a:extLst>
          </p:cNvPr>
          <p:cNvSpPr/>
          <p:nvPr/>
        </p:nvSpPr>
        <p:spPr>
          <a:xfrm>
            <a:off x="11598942" y="5220380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hlinkClick r:id="rId2" action="ppaction://hlinksldjump"/>
            <a:extLst>
              <a:ext uri="{FF2B5EF4-FFF2-40B4-BE49-F238E27FC236}">
                <a16:creationId xmlns:a16="http://schemas.microsoft.com/office/drawing/2014/main" id="{5CC9B95C-6E13-4364-B559-D2E7C65ADB95}"/>
              </a:ext>
            </a:extLst>
          </p:cNvPr>
          <p:cNvSpPr/>
          <p:nvPr/>
        </p:nvSpPr>
        <p:spPr>
          <a:xfrm>
            <a:off x="11549861" y="5939573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hlinkClick r:id="rId2" action="ppaction://hlinksldjump"/>
            <a:extLst>
              <a:ext uri="{FF2B5EF4-FFF2-40B4-BE49-F238E27FC236}">
                <a16:creationId xmlns:a16="http://schemas.microsoft.com/office/drawing/2014/main" id="{18CA031E-4D52-4674-A812-5F7C0448209A}"/>
              </a:ext>
            </a:extLst>
          </p:cNvPr>
          <p:cNvSpPr/>
          <p:nvPr/>
        </p:nvSpPr>
        <p:spPr>
          <a:xfrm>
            <a:off x="11657161" y="6425326"/>
            <a:ext cx="377573" cy="126299"/>
          </a:xfrm>
          <a:prstGeom prst="rect">
            <a:avLst/>
          </a:prstGeom>
          <a:solidFill>
            <a:srgbClr val="5B47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Cylinder 55">
            <a:hlinkClick r:id="rId2" action="ppaction://hlinksldjump"/>
            <a:extLst>
              <a:ext uri="{FF2B5EF4-FFF2-40B4-BE49-F238E27FC236}">
                <a16:creationId xmlns:a16="http://schemas.microsoft.com/office/drawing/2014/main" id="{AA70041D-0ACD-4BD6-A4F4-0AA58DB8026E}"/>
              </a:ext>
            </a:extLst>
          </p:cNvPr>
          <p:cNvSpPr/>
          <p:nvPr/>
        </p:nvSpPr>
        <p:spPr>
          <a:xfrm>
            <a:off x="11828437" y="733461"/>
            <a:ext cx="259478" cy="6358003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Rectangle 56">
            <a:hlinkClick r:id="rId2" action="ppaction://hlinksldjump"/>
            <a:extLst>
              <a:ext uri="{FF2B5EF4-FFF2-40B4-BE49-F238E27FC236}">
                <a16:creationId xmlns:a16="http://schemas.microsoft.com/office/drawing/2014/main" id="{3F5C62BA-361D-4DEB-BE52-780245C02A7E}"/>
              </a:ext>
            </a:extLst>
          </p:cNvPr>
          <p:cNvSpPr/>
          <p:nvPr/>
        </p:nvSpPr>
        <p:spPr>
          <a:xfrm>
            <a:off x="-8480" y="13991"/>
            <a:ext cx="12208467" cy="591642"/>
          </a:xfrm>
          <a:prstGeom prst="rect">
            <a:avLst/>
          </a:prstGeom>
          <a:solidFill>
            <a:schemeClr val="bg1">
              <a:alpha val="69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endParaRPr lang="en-ID" dirty="0">
              <a:gradFill>
                <a:gsLst>
                  <a:gs pos="0">
                    <a:schemeClr val="accent1">
                      <a:lumMod val="75000"/>
                    </a:schemeClr>
                  </a:gs>
                  <a:gs pos="32000">
                    <a:srgbClr val="FFFF00"/>
                  </a:gs>
                  <a:gs pos="64000">
                    <a:srgbClr val="7030A0"/>
                  </a:gs>
                </a:gsLst>
                <a:lin ang="16200000" scaled="1"/>
              </a:gradFill>
            </a:endParaRPr>
          </a:p>
        </p:txBody>
      </p:sp>
      <p:pic>
        <p:nvPicPr>
          <p:cNvPr id="58" name="Hamburger">
            <a:extLst>
              <a:ext uri="{FF2B5EF4-FFF2-40B4-BE49-F238E27FC236}">
                <a16:creationId xmlns:a16="http://schemas.microsoft.com/office/drawing/2014/main" id="{57D26008-2F6C-47A5-85E9-F986B91C30E6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75252" y="137400"/>
            <a:ext cx="510913" cy="3646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15" descr="Close">
            <a:extLst>
              <a:ext uri="{FF2B5EF4-FFF2-40B4-BE49-F238E27FC236}">
                <a16:creationId xmlns:a16="http://schemas.microsoft.com/office/drawing/2014/main" id="{AD17B609-4646-4096-AA1E-C61DC873385F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30466" y="10573"/>
            <a:ext cx="603628" cy="603628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67" descr="House">
            <a:hlinkClick r:id="rId33" action="ppaction://hlinksldjump"/>
            <a:extLst>
              <a:ext uri="{FF2B5EF4-FFF2-40B4-BE49-F238E27FC236}">
                <a16:creationId xmlns:a16="http://schemas.microsoft.com/office/drawing/2014/main" id="{CB491BD1-EDC6-4950-83E2-E17C6C33C16F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024266" y="24169"/>
            <a:ext cx="514440" cy="5144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1" name="Arrow: Right 65">
            <a:hlinkClick r:id="rId36" action="ppaction://hlinksldjump"/>
            <a:extLst>
              <a:ext uri="{FF2B5EF4-FFF2-40B4-BE49-F238E27FC236}">
                <a16:creationId xmlns:a16="http://schemas.microsoft.com/office/drawing/2014/main" id="{40187184-D269-4EC1-86CD-01B19A2AEAB6}"/>
              </a:ext>
            </a:extLst>
          </p:cNvPr>
          <p:cNvSpPr/>
          <p:nvPr/>
        </p:nvSpPr>
        <p:spPr>
          <a:xfrm>
            <a:off x="9579973" y="1994292"/>
            <a:ext cx="2144267" cy="101466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86060" tIns="86060" rIns="86060" bIns="86060" numCol="1" spcCol="1270" anchor="ctr" anchorCtr="0">
            <a:noAutofit/>
          </a:bodyPr>
          <a:lstStyle/>
          <a:p>
            <a:pPr marL="0" lvl="0" indent="0" defTabSz="8890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 Record Sample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2" name="Arrow: Down 66">
            <a:hlinkClick r:id="rId37" action="ppaction://hlinksldjump"/>
            <a:extLst>
              <a:ext uri="{FF2B5EF4-FFF2-40B4-BE49-F238E27FC236}">
                <a16:creationId xmlns:a16="http://schemas.microsoft.com/office/drawing/2014/main" id="{45718D1F-D8B2-4A96-8189-ABF56AC4FE08}"/>
              </a:ext>
            </a:extLst>
          </p:cNvPr>
          <p:cNvSpPr/>
          <p:nvPr/>
        </p:nvSpPr>
        <p:spPr>
          <a:xfrm>
            <a:off x="9579974" y="5755997"/>
            <a:ext cx="2144266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778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3182" tIns="93182" rIns="93182" bIns="93182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Mini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Games</a:t>
            </a:r>
            <a:endParaRPr lang="en-ID" sz="24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3" name="Arrow: Right 68">
            <a:hlinkClick r:id="rId38" action="ppaction://hlinksldjump"/>
            <a:extLst>
              <a:ext uri="{FF2B5EF4-FFF2-40B4-BE49-F238E27FC236}">
                <a16:creationId xmlns:a16="http://schemas.microsoft.com/office/drawing/2014/main" id="{C158735B-2984-43B5-8C5C-09D80BE321C0}"/>
              </a:ext>
            </a:extLst>
          </p:cNvPr>
          <p:cNvSpPr/>
          <p:nvPr/>
        </p:nvSpPr>
        <p:spPr>
          <a:xfrm>
            <a:off x="9579973" y="4536428"/>
            <a:ext cx="2144267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ctr">
              <a:srgbClr val="000000">
                <a:alpha val="28000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7044" tIns="97044" rIns="97044" bIns="97044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Gallery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CHO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4" name="Arrow: Left 69">
            <a:hlinkClick r:id="rId39" action="ppaction://hlinksldjump"/>
            <a:extLst>
              <a:ext uri="{FF2B5EF4-FFF2-40B4-BE49-F238E27FC236}">
                <a16:creationId xmlns:a16="http://schemas.microsoft.com/office/drawing/2014/main" id="{4BE2D9E8-54F5-4989-AE18-E5CD65FFCA7E}"/>
              </a:ext>
            </a:extLst>
          </p:cNvPr>
          <p:cNvSpPr/>
          <p:nvPr/>
        </p:nvSpPr>
        <p:spPr>
          <a:xfrm>
            <a:off x="9579973" y="3255816"/>
            <a:ext cx="2144268" cy="1007449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52400" dist="254000" dir="840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220" tIns="96220" rIns="96220" bIns="96220" numCol="1" spcCol="1270" anchor="ctr" anchorCtr="0">
            <a:noAutofit/>
            <a:sp3d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Family </a:t>
            </a:r>
          </a:p>
          <a:p>
            <a:pPr marL="0" lvl="0" indent="0" defTabSz="10668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Tree</a:t>
            </a:r>
            <a:endParaRPr lang="en-ID" sz="32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5" name="Arrow: Left-Right 64">
            <a:hlinkClick r:id="rId3" action="ppaction://hlinksldjump"/>
            <a:extLst>
              <a:ext uri="{FF2B5EF4-FFF2-40B4-BE49-F238E27FC236}">
                <a16:creationId xmlns:a16="http://schemas.microsoft.com/office/drawing/2014/main" id="{DBEE3EC8-1837-4245-A313-848CF2AD802E}"/>
              </a:ext>
            </a:extLst>
          </p:cNvPr>
          <p:cNvSpPr/>
          <p:nvPr/>
        </p:nvSpPr>
        <p:spPr>
          <a:xfrm>
            <a:off x="9579973" y="789075"/>
            <a:ext cx="2137452" cy="1036295"/>
          </a:xfrm>
          <a:prstGeom prst="roundRect">
            <a:avLst/>
          </a:prstGeom>
          <a:solidFill>
            <a:srgbClr val="008000"/>
          </a:solidFill>
          <a:ln w="38100">
            <a:solidFill>
              <a:schemeClr val="bg1"/>
            </a:solidFill>
          </a:ln>
          <a:effectLst>
            <a:outerShdw blurRad="149987" dist="254000" dir="8460000" algn="tl" rotWithShape="0">
              <a:prstClr val="black">
                <a:alpha val="28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1803" tIns="91803" rIns="91803" bIns="91803" numCol="1" spcCol="1270" anchor="ctr" anchorCtr="0">
            <a:noAutofit/>
            <a:sp3d/>
          </a:bodyPr>
          <a:lstStyle/>
          <a:p>
            <a:pPr marL="0" lvl="0" indent="0" defTabSz="844550"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Case </a:t>
            </a:r>
          </a:p>
          <a:p>
            <a:pPr marL="0" lvl="0" indent="0" defTabSz="844550">
              <a:spcBef>
                <a:spcPct val="0"/>
              </a:spcBef>
              <a:buNone/>
            </a:pPr>
            <a:r>
              <a:rPr lang="en-US" sz="2000" b="1" kern="1200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Gathering</a:t>
            </a:r>
            <a:endParaRPr lang="en-ID" sz="2000" b="1" kern="1200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pic>
        <p:nvPicPr>
          <p:cNvPr id="66" name="Graphic 65" descr="Return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A910AE0D-EFBF-4B95-8AAC-B847B814EC37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6200000">
            <a:off x="10675247" y="74410"/>
            <a:ext cx="531222" cy="5312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7" name="TextBox 66">
            <a:hlinkClick r:id="rId2" action="ppaction://hlinksldjump"/>
            <a:extLst>
              <a:ext uri="{FF2B5EF4-FFF2-40B4-BE49-F238E27FC236}">
                <a16:creationId xmlns:a16="http://schemas.microsoft.com/office/drawing/2014/main" id="{220001DC-474C-4F50-A5B2-5F829E891054}"/>
              </a:ext>
            </a:extLst>
          </p:cNvPr>
          <p:cNvSpPr txBox="1"/>
          <p:nvPr/>
        </p:nvSpPr>
        <p:spPr>
          <a:xfrm>
            <a:off x="0" y="0"/>
            <a:ext cx="90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rPr>
              <a:t>CHO</a:t>
            </a:r>
          </a:p>
        </p:txBody>
      </p:sp>
      <p:sp>
        <p:nvSpPr>
          <p:cNvPr id="68" name="TextBox 67">
            <a:hlinkClick r:id="rId2" action="ppaction://hlinksldjump"/>
            <a:extLst>
              <a:ext uri="{FF2B5EF4-FFF2-40B4-BE49-F238E27FC236}">
                <a16:creationId xmlns:a16="http://schemas.microsoft.com/office/drawing/2014/main" id="{F9009BA8-375F-48CA-9E5A-B169C726EB92}"/>
              </a:ext>
            </a:extLst>
          </p:cNvPr>
          <p:cNvSpPr txBox="1"/>
          <p:nvPr/>
        </p:nvSpPr>
        <p:spPr>
          <a:xfrm>
            <a:off x="775065" y="45275"/>
            <a:ext cx="322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 FORWARD</a:t>
            </a:r>
          </a:p>
        </p:txBody>
      </p:sp>
      <p:sp>
        <p:nvSpPr>
          <p:cNvPr id="69" name="Arrow: Right 68">
            <a:hlinkClick r:id="rId3" action="ppaction://hlinksldjump"/>
            <a:extLst>
              <a:ext uri="{FF2B5EF4-FFF2-40B4-BE49-F238E27FC236}">
                <a16:creationId xmlns:a16="http://schemas.microsoft.com/office/drawing/2014/main" id="{28BD6276-F50F-45B7-AA1C-DCF0B0DB1481}"/>
              </a:ext>
            </a:extLst>
          </p:cNvPr>
          <p:cNvSpPr/>
          <p:nvPr/>
        </p:nvSpPr>
        <p:spPr>
          <a:xfrm>
            <a:off x="11001064" y="1098284"/>
            <a:ext cx="512752" cy="351091"/>
          </a:xfrm>
          <a:prstGeom prst="rightArrow">
            <a:avLst>
              <a:gd name="adj1" fmla="val 50000"/>
              <a:gd name="adj2" fmla="val 9340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0" name="Arrow: Left 69">
            <a:hlinkClick r:id="rId36" action="ppaction://hlinksldjump"/>
            <a:extLst>
              <a:ext uri="{FF2B5EF4-FFF2-40B4-BE49-F238E27FC236}">
                <a16:creationId xmlns:a16="http://schemas.microsoft.com/office/drawing/2014/main" id="{B3576A9B-6B53-49B6-B78D-0B21E56FB62D}"/>
              </a:ext>
            </a:extLst>
          </p:cNvPr>
          <p:cNvSpPr/>
          <p:nvPr/>
        </p:nvSpPr>
        <p:spPr>
          <a:xfrm>
            <a:off x="11037109" y="2299063"/>
            <a:ext cx="512752" cy="351091"/>
          </a:xfrm>
          <a:prstGeom prst="leftArrow">
            <a:avLst>
              <a:gd name="adj1" fmla="val 50000"/>
              <a:gd name="adj2" fmla="val 9006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1" name="Arrow: Right 70">
            <a:hlinkClick r:id="rId39" action="ppaction://hlinksldjump"/>
            <a:extLst>
              <a:ext uri="{FF2B5EF4-FFF2-40B4-BE49-F238E27FC236}">
                <a16:creationId xmlns:a16="http://schemas.microsoft.com/office/drawing/2014/main" id="{D996D28B-585B-43D7-8EE5-FEF961DB13D1}"/>
              </a:ext>
            </a:extLst>
          </p:cNvPr>
          <p:cNvSpPr/>
          <p:nvPr/>
        </p:nvSpPr>
        <p:spPr>
          <a:xfrm rot="16200000">
            <a:off x="10973433" y="3594008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2" name="Arrow: Right 71">
            <a:hlinkClick r:id="rId38" action="ppaction://hlinksldjump"/>
            <a:extLst>
              <a:ext uri="{FF2B5EF4-FFF2-40B4-BE49-F238E27FC236}">
                <a16:creationId xmlns:a16="http://schemas.microsoft.com/office/drawing/2014/main" id="{2097D4FB-771D-423B-B25C-5A89DF174222}"/>
              </a:ext>
            </a:extLst>
          </p:cNvPr>
          <p:cNvSpPr/>
          <p:nvPr/>
        </p:nvSpPr>
        <p:spPr>
          <a:xfrm rot="5400000">
            <a:off x="10994320" y="4908013"/>
            <a:ext cx="526241" cy="351091"/>
          </a:xfrm>
          <a:prstGeom prst="rightArrow">
            <a:avLst>
              <a:gd name="adj1" fmla="val 50000"/>
              <a:gd name="adj2" fmla="val 90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3" name="Arrow: U-Turn 72">
            <a:hlinkClick r:id="rId37" action="ppaction://hlinksldjump"/>
            <a:extLst>
              <a:ext uri="{FF2B5EF4-FFF2-40B4-BE49-F238E27FC236}">
                <a16:creationId xmlns:a16="http://schemas.microsoft.com/office/drawing/2014/main" id="{81DC96A8-C9E4-4449-98C2-749C3DC9C198}"/>
              </a:ext>
            </a:extLst>
          </p:cNvPr>
          <p:cNvSpPr/>
          <p:nvPr/>
        </p:nvSpPr>
        <p:spPr>
          <a:xfrm>
            <a:off x="11062768" y="5978271"/>
            <a:ext cx="562634" cy="526241"/>
          </a:xfrm>
          <a:prstGeom prst="uturnArrow">
            <a:avLst>
              <a:gd name="adj1" fmla="val 25000"/>
              <a:gd name="adj2" fmla="val 25000"/>
              <a:gd name="adj3" fmla="val 65069"/>
              <a:gd name="adj4" fmla="val 43750"/>
              <a:gd name="adj5" fmla="val 991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1" name="Picture 90">
            <a:hlinkClick r:id="rId42" action="ppaction://hlinksldjump"/>
            <a:extLst>
              <a:ext uri="{FF2B5EF4-FFF2-40B4-BE49-F238E27FC236}">
                <a16:creationId xmlns:a16="http://schemas.microsoft.com/office/drawing/2014/main" id="{571B641F-A9D0-43F8-B6EC-6E36D55641D0}"/>
              </a:ext>
            </a:extLst>
          </p:cNvPr>
          <p:cNvPicPr>
            <a:picLocks noChangeAspect="1"/>
          </p:cNvPicPr>
          <p:nvPr/>
        </p:nvPicPr>
        <p:blipFill rotWithShape="1"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4" t="36000" r="22715" b="30096"/>
          <a:stretch/>
        </p:blipFill>
        <p:spPr>
          <a:xfrm>
            <a:off x="9407350" y="66952"/>
            <a:ext cx="492919" cy="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5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5" presetClass="emph" presetSubtype="0" repeatCount="1166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023 L 0.10638 0.00116 C 0.10638 0.03472 0.10651 0.06852 0.10664 0.10208 L 0.19036 0.10324 L 0.18867 0.00926 L 0.36666 0.01042 L 0.36666 0.01065 L 0.36666 0.01042 " pathEditMode="relative" rAng="0" ptsTypes="AAAAAAAA">
                                      <p:cBhvr>
                                        <p:cTn id="31" dur="6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59" y="5139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2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0"/>
                            </p:stCondLst>
                            <p:childTnLst>
                              <p:par>
                                <p:cTn id="4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5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5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0"/>
                            </p:stCondLst>
                            <p:childTnLst>
                              <p:par>
                                <p:cTn id="6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162 C -0.00078 0.05717 -0.00091 0.11273 -0.0013 0.16782 L -0.08737 0.17014 C -0.08737 0.21967 -0.08698 0.26852 -0.08698 0.31805 L 0.075 0.32222 C 0.07552 0.35208 0.07592 0.38148 0.07644 0.41134 L 0.15873 0.41134 C 0.15899 0.38102 0.15912 0.35046 0.15951 0.32037 L 0.29024 0.32152 C 0.43099 0.32801 0.40235 0.32731 0.43034 0.32731 C 0.43112 0.2368 0.43047 0.25069 0.43047 0.17014 C 0.43151 0.14213 0.42995 0.02963 0.42956 0.00023 C 0.48204 0.00023 0.43581 -0.00047 0.48802 -0.00047 " pathEditMode="relative" rAng="0" ptsTypes="AAAAAAAAAAAAA">
                                      <p:cBhvr>
                                        <p:cTn id="77" dur="1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04" y="2037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grpId="0" nodeType="withEffect">
                                  <p:stCondLst>
                                    <p:cond delay="97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21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3500"/>
                            </p:stCondLst>
                            <p:childTnLst>
                              <p:par>
                                <p:cTn id="125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1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2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3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4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7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7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94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5" fill="hold">
                      <p:stCondLst>
                        <p:cond delay="0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5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463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43" grpId="0" animBg="1"/>
      <p:bldP spid="43" grpId="1" animBg="1"/>
      <p:bldP spid="43" grpId="2" animBg="1"/>
      <p:bldP spid="44" grpId="0" animBg="1"/>
      <p:bldP spid="45" grpId="0" animBg="1"/>
      <p:bldP spid="45" grpId="1" animBg="1"/>
      <p:bldP spid="45" grpId="2" animBg="1"/>
      <p:bldP spid="45" grpId="3" animBg="1"/>
      <p:bldP spid="46" grpId="0" animBg="1"/>
      <p:bldP spid="46" grpId="1" animBg="1"/>
      <p:bldP spid="47" grpId="0" animBg="1"/>
      <p:bldP spid="52" grpId="0" animBg="1"/>
      <p:bldP spid="75" grpId="0" animBg="1"/>
      <p:bldP spid="75" grpId="1" animBg="1"/>
      <p:bldP spid="75" grpId="2" animBg="1"/>
      <p:bldP spid="79" grpId="0" animBg="1"/>
      <p:bldP spid="79" grpId="1" animBg="1"/>
      <p:bldP spid="81" grpId="0" animBg="1"/>
      <p:bldP spid="81" grpId="1" animBg="1"/>
      <p:bldP spid="82" grpId="0" animBg="1"/>
      <p:bldP spid="87" grpId="0" animBg="1"/>
      <p:bldP spid="87" grpId="1" animBg="1"/>
      <p:bldP spid="87" grpId="2" animBg="1"/>
      <p:bldP spid="77" grpId="0" animBg="1"/>
      <p:bldP spid="77" grpId="1" animBg="1"/>
      <p:bldP spid="77" grpId="2" animBg="1"/>
      <p:bldP spid="50" grpId="0" animBg="1"/>
      <p:bldP spid="50" grpId="1" animBg="1"/>
      <p:bldP spid="50" grpId="2" animBg="1"/>
      <p:bldP spid="96" grpId="0" animBg="1"/>
      <p:bldP spid="96" grpId="1" animBg="1"/>
      <p:bldP spid="96" grpId="2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8348" y="0"/>
            <a:ext cx="14908696" cy="6858000"/>
          </a:xfrm>
          <a:prstGeom prst="rect">
            <a:avLst/>
          </a:prstGeom>
        </p:spPr>
      </p:pic>
      <p:pic>
        <p:nvPicPr>
          <p:cNvPr id="6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14322921-CF43-4F85-8FE5-B1FE94A152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02" y="715616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AD151420-8191-4BA3-84F0-4F65364C6E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32" y="636102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7605C05C-4D79-40E5-AE86-80E38EA37E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35" y="636101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C5D4A05E-D65A-4C38-BAE5-8A1BD26C6C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02" y="3939207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hlinkClick r:id="rId2" action="ppaction://hlinksldjump"/>
            <a:extLst>
              <a:ext uri="{FF2B5EF4-FFF2-40B4-BE49-F238E27FC236}">
                <a16:creationId xmlns:a16="http://schemas.microsoft.com/office/drawing/2014/main" id="{1FFA2CF1-5332-4AF7-B664-46ADB8161C0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32" y="3859693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237A47F6-079F-4E8E-A421-DA39BD6CC27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35" y="3859692"/>
            <a:ext cx="3376536" cy="18983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ight Arrow 3">
            <a:hlinkClick r:id="" action="ppaction://hlinkshowjump?jump=nextslide"/>
          </p:cNvPr>
          <p:cNvSpPr/>
          <p:nvPr/>
        </p:nvSpPr>
        <p:spPr>
          <a:xfrm>
            <a:off x="6788075" y="6196405"/>
            <a:ext cx="1075868" cy="441063"/>
          </a:xfrm>
          <a:prstGeom prst="rightArrow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mpact" pitchFamily="34" charset="0"/>
              </a:rPr>
              <a:t>NEXT</a:t>
            </a:r>
          </a:p>
        </p:txBody>
      </p:sp>
      <p:pic>
        <p:nvPicPr>
          <p:cNvPr id="13" name="Picture 12">
            <a:hlinkClick r:id="rId11" action="ppaction://hlinksldjump"/>
            <a:extLst>
              <a:ext uri="{FF2B5EF4-FFF2-40B4-BE49-F238E27FC236}">
                <a16:creationId xmlns:a16="http://schemas.microsoft.com/office/drawing/2014/main" id="{29018ED6-BEED-4F8A-BA9B-77BACB07062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65" y="6048452"/>
            <a:ext cx="728870" cy="72887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921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8348" y="0"/>
            <a:ext cx="14908696" cy="6858000"/>
          </a:xfrm>
          <a:prstGeom prst="rect">
            <a:avLst/>
          </a:prstGeom>
        </p:spPr>
      </p:pic>
      <p:pic>
        <p:nvPicPr>
          <p:cNvPr id="6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14322921-CF43-4F85-8FE5-B1FE94A152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02" y="715616"/>
            <a:ext cx="3376536" cy="18983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AD151420-8191-4BA3-84F0-4F65364C6E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32" y="636102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7605C05C-4D79-40E5-AE86-80E38EA37E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35" y="636101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C5D4A05E-D65A-4C38-BAE5-8A1BD26C6C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02" y="3939207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hlinkClick r:id="rId2" action="ppaction://hlinksldjump"/>
            <a:extLst>
              <a:ext uri="{FF2B5EF4-FFF2-40B4-BE49-F238E27FC236}">
                <a16:creationId xmlns:a16="http://schemas.microsoft.com/office/drawing/2014/main" id="{1FFA2CF1-5332-4AF7-B664-46ADB8161C0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32" y="3859693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237A47F6-079F-4E8E-A421-DA39BD6CC277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35" y="3859692"/>
            <a:ext cx="3376536" cy="18983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ight Arrow 11">
            <a:hlinkClick r:id="" action="ppaction://hlinkshowjump?jump=nextslide"/>
          </p:cNvPr>
          <p:cNvSpPr/>
          <p:nvPr/>
        </p:nvSpPr>
        <p:spPr>
          <a:xfrm>
            <a:off x="6788075" y="6196405"/>
            <a:ext cx="1075868" cy="441063"/>
          </a:xfrm>
          <a:prstGeom prst="rightArrow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mpact" pitchFamily="34" charset="0"/>
              </a:rPr>
              <a:t>NEXT</a:t>
            </a:r>
          </a:p>
        </p:txBody>
      </p:sp>
      <p:sp>
        <p:nvSpPr>
          <p:cNvPr id="13" name="Right Arrow 12">
            <a:hlinkClick r:id="" action="ppaction://hlinkshowjump?jump=previousslide"/>
          </p:cNvPr>
          <p:cNvSpPr/>
          <p:nvPr/>
        </p:nvSpPr>
        <p:spPr>
          <a:xfrm flipH="1">
            <a:off x="4272681" y="6196405"/>
            <a:ext cx="1192203" cy="441063"/>
          </a:xfrm>
          <a:prstGeom prst="rightArrow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Impact" pitchFamily="34" charset="0"/>
              </a:rPr>
              <a:t>PREVIOUS</a:t>
            </a:r>
            <a:endParaRPr lang="en-US" dirty="0">
              <a:latin typeface="Impact" pitchFamily="34" charset="0"/>
            </a:endParaRPr>
          </a:p>
        </p:txBody>
      </p:sp>
      <p:pic>
        <p:nvPicPr>
          <p:cNvPr id="14" name="Picture 13">
            <a:hlinkClick r:id="rId11" action="ppaction://hlinksldjump"/>
            <a:extLst>
              <a:ext uri="{FF2B5EF4-FFF2-40B4-BE49-F238E27FC236}">
                <a16:creationId xmlns:a16="http://schemas.microsoft.com/office/drawing/2014/main" id="{29018ED6-BEED-4F8A-BA9B-77BACB07062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65" y="6048452"/>
            <a:ext cx="728870" cy="72887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978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8348" y="0"/>
            <a:ext cx="14908696" cy="6858000"/>
          </a:xfrm>
          <a:prstGeom prst="rect">
            <a:avLst/>
          </a:prstGeom>
        </p:spPr>
      </p:pic>
      <p:pic>
        <p:nvPicPr>
          <p:cNvPr id="6" name="Picture 5">
            <a:hlinkClick r:id="rId2" action="ppaction://hlinksldjump"/>
            <a:extLst>
              <a:ext uri="{FF2B5EF4-FFF2-40B4-BE49-F238E27FC236}">
                <a16:creationId xmlns:a16="http://schemas.microsoft.com/office/drawing/2014/main" id="{14322921-CF43-4F85-8FE5-B1FE94A152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02" y="715616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AD151420-8191-4BA3-84F0-4F65364C6E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32" y="636102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7605C05C-4D79-40E5-AE86-80E38EA37E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35" y="636101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C5D4A05E-D65A-4C38-BAE5-8A1BD26C6C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01" y="3967981"/>
            <a:ext cx="3274181" cy="184082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hlinkClick r:id="rId2" action="ppaction://hlinksldjump"/>
            <a:extLst>
              <a:ext uri="{FF2B5EF4-FFF2-40B4-BE49-F238E27FC236}">
                <a16:creationId xmlns:a16="http://schemas.microsoft.com/office/drawing/2014/main" id="{1FFA2CF1-5332-4AF7-B664-46ADB8161C0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32" y="3859693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hlinkClick r:id="rId2" action="ppaction://hlinksldjump"/>
            <a:extLst>
              <a:ext uri="{FF2B5EF4-FFF2-40B4-BE49-F238E27FC236}">
                <a16:creationId xmlns:a16="http://schemas.microsoft.com/office/drawing/2014/main" id="{237A47F6-079F-4E8E-A421-DA39BD6CC27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35" y="3859692"/>
            <a:ext cx="3376536" cy="18983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3" name="Right Arrow 12">
            <a:hlinkClick r:id="" action="ppaction://hlinkshowjump?jump=previousslide"/>
          </p:cNvPr>
          <p:cNvSpPr/>
          <p:nvPr/>
        </p:nvSpPr>
        <p:spPr>
          <a:xfrm flipH="1">
            <a:off x="4272681" y="6196405"/>
            <a:ext cx="1192203" cy="441063"/>
          </a:xfrm>
          <a:prstGeom prst="rightArrow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Impact" pitchFamily="34" charset="0"/>
              </a:rPr>
              <a:t>PREVIOUS</a:t>
            </a:r>
            <a:endParaRPr lang="en-US" dirty="0">
              <a:latin typeface="Impact" pitchFamily="34" charset="0"/>
            </a:endParaRPr>
          </a:p>
        </p:txBody>
      </p:sp>
      <p:pic>
        <p:nvPicPr>
          <p:cNvPr id="14" name="Picture 13">
            <a:hlinkClick r:id="rId11" action="ppaction://hlinksldjump"/>
            <a:extLst>
              <a:ext uri="{FF2B5EF4-FFF2-40B4-BE49-F238E27FC236}">
                <a16:creationId xmlns:a16="http://schemas.microsoft.com/office/drawing/2014/main" id="{29018ED6-BEED-4F8A-BA9B-77BACB07062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65" y="6048452"/>
            <a:ext cx="728870" cy="72887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978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" y="725204"/>
            <a:ext cx="3377331" cy="506599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chemeClr val="bg2">
                <a:lumMod val="9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ounded Rectangle 6">
            <a:hlinkClick r:id="" action="ppaction://hlinkshowjump?jump=lastslideviewed"/>
          </p:cNvPr>
          <p:cNvSpPr/>
          <p:nvPr/>
        </p:nvSpPr>
        <p:spPr>
          <a:xfrm>
            <a:off x="4771697" y="872359"/>
            <a:ext cx="5980386" cy="4645572"/>
          </a:xfrm>
          <a:prstGeom prst="roundRect">
            <a:avLst/>
          </a:prstGeom>
          <a:solidFill>
            <a:schemeClr val="tx1">
              <a:alpha val="5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chemeClr val="bg1"/>
                </a:solidFill>
                <a:latin typeface="Impact" pitchFamily="34" charset="0"/>
              </a:rPr>
              <a:t>Nama</a:t>
            </a:r>
            <a:r>
              <a:rPr lang="en-US" sz="2000" dirty="0">
                <a:solidFill>
                  <a:schemeClr val="bg1"/>
                </a:solidFill>
                <a:latin typeface="Impact" pitchFamily="34" charset="0"/>
              </a:rPr>
              <a:t>	: </a:t>
            </a:r>
            <a:r>
              <a:rPr lang="en-US" sz="2000" dirty="0" err="1">
                <a:solidFill>
                  <a:schemeClr val="bg1"/>
                </a:solidFill>
                <a:latin typeface="Impact" pitchFamily="34" charset="0"/>
              </a:rPr>
              <a:t>Saefuloh</a:t>
            </a:r>
            <a:r>
              <a:rPr lang="en-US" sz="2000" dirty="0">
                <a:solidFill>
                  <a:schemeClr val="bg1"/>
                </a:solidFill>
                <a:latin typeface="Impact" pitchFamily="34" charset="0"/>
              </a:rPr>
              <a:t> </a:t>
            </a:r>
          </a:p>
          <a:p>
            <a:r>
              <a:rPr lang="en-US" sz="2000" dirty="0" err="1">
                <a:solidFill>
                  <a:schemeClr val="bg1"/>
                </a:solidFill>
                <a:latin typeface="Impact" pitchFamily="34" charset="0"/>
              </a:rPr>
              <a:t>Asal</a:t>
            </a:r>
            <a:r>
              <a:rPr lang="en-US" sz="2000" dirty="0">
                <a:solidFill>
                  <a:schemeClr val="bg1"/>
                </a:solidFill>
                <a:latin typeface="Impact" pitchFamily="34" charset="0"/>
              </a:rPr>
              <a:t>	: Bandung Barat</a:t>
            </a:r>
          </a:p>
          <a:p>
            <a:r>
              <a:rPr lang="en-US" sz="2000" dirty="0">
                <a:solidFill>
                  <a:schemeClr val="bg1"/>
                </a:solidFill>
                <a:latin typeface="Impact" pitchFamily="34" charset="0"/>
              </a:rPr>
              <a:t>IG	: _</a:t>
            </a:r>
            <a:r>
              <a:rPr lang="en-US" sz="2000" dirty="0" err="1">
                <a:solidFill>
                  <a:schemeClr val="bg1"/>
                </a:solidFill>
                <a:latin typeface="Impact" pitchFamily="34" charset="0"/>
              </a:rPr>
              <a:t>saefuloh</a:t>
            </a:r>
            <a:endParaRPr lang="en-US" sz="2000" dirty="0">
              <a:solidFill>
                <a:schemeClr val="bg1"/>
              </a:solidFill>
              <a:latin typeface="Impact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Impact" pitchFamily="34" charset="0"/>
              </a:rPr>
              <a:t>FB	: saefuloh.ss@gmail.com</a:t>
            </a:r>
          </a:p>
          <a:p>
            <a:r>
              <a:rPr lang="en-US" sz="2000" dirty="0">
                <a:solidFill>
                  <a:schemeClr val="bg1"/>
                </a:solidFill>
                <a:latin typeface="Impact" pitchFamily="34" charset="0"/>
              </a:rPr>
              <a:t>Hobby	: </a:t>
            </a:r>
            <a:r>
              <a:rPr lang="en-US" sz="2000" dirty="0" err="1">
                <a:solidFill>
                  <a:schemeClr val="bg1"/>
                </a:solidFill>
                <a:latin typeface="Impact" pitchFamily="34" charset="0"/>
              </a:rPr>
              <a:t>Menulis</a:t>
            </a:r>
            <a:endParaRPr lang="en-US" sz="2000" dirty="0">
              <a:solidFill>
                <a:schemeClr val="bg1"/>
              </a:solidFill>
              <a:latin typeface="Impact" pitchFamily="34" charset="0"/>
            </a:endParaRPr>
          </a:p>
          <a:p>
            <a:pPr algn="ctr"/>
            <a:endParaRPr lang="en-US" sz="2000" dirty="0">
              <a:solidFill>
                <a:schemeClr val="bg1"/>
              </a:solidFill>
              <a:latin typeface="Impact" pitchFamily="34" charset="0"/>
            </a:endParaRPr>
          </a:p>
          <a:p>
            <a:pPr algn="ctr"/>
            <a:endParaRPr lang="en-US" sz="2000" dirty="0">
              <a:solidFill>
                <a:schemeClr val="bg1"/>
              </a:solidFill>
              <a:latin typeface="Impact" pitchFamily="34" charset="0"/>
            </a:endParaRPr>
          </a:p>
          <a:p>
            <a:pPr algn="ctr"/>
            <a:endParaRPr lang="en-US" sz="2000" dirty="0">
              <a:solidFill>
                <a:schemeClr val="bg1"/>
              </a:solidFill>
              <a:latin typeface="Impact" pitchFamily="34" charset="0"/>
            </a:endParaRPr>
          </a:p>
          <a:p>
            <a:pPr algn="ctr"/>
            <a:endParaRPr lang="en-US" sz="2000" dirty="0">
              <a:solidFill>
                <a:schemeClr val="bg1"/>
              </a:solidFill>
              <a:latin typeface="Impact" pitchFamily="34" charset="0"/>
            </a:endParaRPr>
          </a:p>
          <a:p>
            <a:pPr algn="ctr"/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"Ada yang </a:t>
            </a:r>
            <a:r>
              <a:rPr lang="en-US" sz="2400" i="1" dirty="0" err="1">
                <a:solidFill>
                  <a:schemeClr val="bg1"/>
                </a:solidFill>
                <a:latin typeface="Impact" pitchFamily="34" charset="0"/>
              </a:rPr>
              <a:t>tak</a:t>
            </a:r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Impact" pitchFamily="34" charset="0"/>
              </a:rPr>
              <a:t>seberuntung</a:t>
            </a:r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Impact" pitchFamily="34" charset="0"/>
              </a:rPr>
              <a:t>kamu</a:t>
            </a:r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. </a:t>
            </a:r>
            <a:r>
              <a:rPr lang="en-US" sz="2400" i="1" dirty="0" err="1">
                <a:solidFill>
                  <a:schemeClr val="bg1"/>
                </a:solidFill>
                <a:latin typeface="Impact" pitchFamily="34" charset="0"/>
              </a:rPr>
              <a:t>Tapi</a:t>
            </a:r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 rasa </a:t>
            </a:r>
            <a:r>
              <a:rPr lang="en-US" sz="2400" i="1" dirty="0" err="1">
                <a:solidFill>
                  <a:schemeClr val="bg1"/>
                </a:solidFill>
                <a:latin typeface="Impact" pitchFamily="34" charset="0"/>
              </a:rPr>
              <a:t>syukurnya</a:t>
            </a:r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Impact" pitchFamily="34" charset="0"/>
              </a:rPr>
              <a:t>melebihi</a:t>
            </a:r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Impact" pitchFamily="34" charset="0"/>
              </a:rPr>
              <a:t>dirimu</a:t>
            </a:r>
            <a:r>
              <a:rPr lang="en-US" sz="2400" i="1" dirty="0">
                <a:solidFill>
                  <a:schemeClr val="bg1"/>
                </a:solidFill>
                <a:latin typeface="Impact" pitchFamily="34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9705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8348" y="0"/>
            <a:ext cx="14908696" cy="6858000"/>
          </a:xfrm>
          <a:prstGeom prst="rect">
            <a:avLst/>
          </a:prstGeom>
        </p:spPr>
      </p:pic>
      <p:pic>
        <p:nvPicPr>
          <p:cNvPr id="9" name="Picture 8">
            <a:hlinkClick r:id="rId5" action="ppaction://hlinkfile"/>
            <a:extLst>
              <a:ext uri="{FF2B5EF4-FFF2-40B4-BE49-F238E27FC236}">
                <a16:creationId xmlns:a16="http://schemas.microsoft.com/office/drawing/2014/main" id="{C5D4A05E-D65A-4C38-BAE5-8A1BD26C6C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4866"/>
            <a:ext cx="3376536" cy="16882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hlinkClick r:id="rId7" action="ppaction://hlinkfile"/>
            <a:extLst>
              <a:ext uri="{FF2B5EF4-FFF2-40B4-BE49-F238E27FC236}">
                <a16:creationId xmlns:a16="http://schemas.microsoft.com/office/drawing/2014/main" id="{1FFA2CF1-5332-4AF7-B664-46ADB8161C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732" y="2584866"/>
            <a:ext cx="3376536" cy="16882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hlinkClick r:id="rId9" action="ppaction://hlinkfile"/>
            <a:extLst>
              <a:ext uri="{FF2B5EF4-FFF2-40B4-BE49-F238E27FC236}">
                <a16:creationId xmlns:a16="http://schemas.microsoft.com/office/drawing/2014/main" id="{237A47F6-079F-4E8E-A421-DA39BD6CC2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464" y="2584865"/>
            <a:ext cx="3376536" cy="16882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hlinkClick r:id="rId11" action="ppaction://hlinksldjump"/>
            <a:extLst>
              <a:ext uri="{FF2B5EF4-FFF2-40B4-BE49-F238E27FC236}">
                <a16:creationId xmlns:a16="http://schemas.microsoft.com/office/drawing/2014/main" id="{FD68D279-EA3B-4997-960B-C7A0A170BFD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4478" b="97015" l="2687" r="97910">
                        <a14:foregroundMark x1="37313" y1="35522" x2="55224" y2="29254"/>
                        <a14:foregroundMark x1="26866" y1="35821" x2="74627" y2="26269"/>
                        <a14:foregroundMark x1="22388" y1="23582" x2="41791" y2="20597"/>
                        <a14:foregroundMark x1="17612" y1="28358" x2="19701" y2="77313"/>
                        <a14:foregroundMark x1="20000" y1="81493" x2="66269" y2="82388"/>
                        <a14:foregroundMark x1="18507" y1="20896" x2="69552" y2="22687"/>
                        <a14:foregroundMark x1="45075" y1="16119" x2="82388" y2="22090"/>
                        <a14:foregroundMark x1="81493" y1="22388" x2="83284" y2="81194"/>
                        <a14:foregroundMark x1="83284" y1="81493" x2="55522" y2="97015"/>
                        <a14:foregroundMark x1="13134" y1="69552" x2="7761" y2="37313"/>
                        <a14:foregroundMark x1="2985" y1="45075" x2="3881" y2="45075"/>
                        <a14:foregroundMark x1="34627" y1="8060" x2="46866" y2="4776"/>
                        <a14:foregroundMark x1="94328" y1="36418" x2="93134" y2="54328"/>
                        <a14:foregroundMark x1="97910" y1="46567" x2="97612" y2="49254"/>
                        <a14:foregroundMark x1="28955" y1="34030" x2="53433" y2="28358"/>
                        <a14:foregroundMark x1="46269" y1="35224" x2="75522" y2="28657"/>
                        <a14:foregroundMark x1="24776" y1="43582" x2="78806" y2="40000"/>
                        <a14:foregroundMark x1="77612" y1="40597" x2="77313" y2="48060"/>
                        <a14:foregroundMark x1="77313" y1="48060" x2="30149" y2="45373"/>
                        <a14:foregroundMark x1="55522" y1="44179" x2="74328" y2="41493"/>
                        <a14:foregroundMark x1="63582" y1="45970" x2="72836" y2="44478"/>
                        <a14:foregroundMark x1="24179" y1="41791" x2="35224" y2="40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7" y="5966700"/>
            <a:ext cx="696686" cy="69668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3" name="Graphic 2" descr="Play">
            <a:hlinkClick r:id="rId7" action="ppaction://hlinkfile"/>
            <a:extLst>
              <a:ext uri="{FF2B5EF4-FFF2-40B4-BE49-F238E27FC236}">
                <a16:creationId xmlns:a16="http://schemas.microsoft.com/office/drawing/2014/main" id="{4952AECD-4848-4D53-98B8-589FB950D340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47657" y="2908738"/>
            <a:ext cx="790903" cy="790903"/>
          </a:xfrm>
          <a:prstGeom prst="rect">
            <a:avLst/>
          </a:prstGeom>
        </p:spPr>
      </p:pic>
      <p:pic>
        <p:nvPicPr>
          <p:cNvPr id="12" name="Graphic 11" descr="Play">
            <a:hlinkClick r:id="rId9" action="ppaction://hlinkfile"/>
            <a:extLst>
              <a:ext uri="{FF2B5EF4-FFF2-40B4-BE49-F238E27FC236}">
                <a16:creationId xmlns:a16="http://schemas.microsoft.com/office/drawing/2014/main" id="{7EBE8F18-A012-4E25-AC22-F28749010607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08280" y="2907764"/>
            <a:ext cx="790903" cy="790903"/>
          </a:xfrm>
          <a:prstGeom prst="rect">
            <a:avLst/>
          </a:prstGeom>
        </p:spPr>
      </p:pic>
      <p:pic>
        <p:nvPicPr>
          <p:cNvPr id="13" name="Graphic 12" descr="Play">
            <a:hlinkClick r:id="rId5" action="ppaction://hlinkfile"/>
            <a:extLst>
              <a:ext uri="{FF2B5EF4-FFF2-40B4-BE49-F238E27FC236}">
                <a16:creationId xmlns:a16="http://schemas.microsoft.com/office/drawing/2014/main" id="{53D66C97-1386-4280-A71E-2404BAB099DC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38416" y="2907764"/>
            <a:ext cx="790903" cy="79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0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6" Type="http://schemas.microsoft.com/office/2011/relationships/webextension" Target="webextension6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  <wetp:taskpane dockstate="right" visibility="0" width="350" row="6">
    <wetp:webextensionref xmlns:r="http://schemas.openxmlformats.org/officeDocument/2006/relationships" r:id="rId2"/>
  </wetp:taskpane>
  <wetp:taskpane dockstate="right" visibility="0" width="350" row="6">
    <wetp:webextensionref xmlns:r="http://schemas.openxmlformats.org/officeDocument/2006/relationships" r:id="rId3"/>
  </wetp:taskpane>
  <wetp:taskpane dockstate="right" visibility="0" width="350" row="24">
    <wetp:webextensionref xmlns:r="http://schemas.openxmlformats.org/officeDocument/2006/relationships" r:id="rId4"/>
  </wetp:taskpane>
  <wetp:taskpane dockstate="right" visibility="0" width="350" row="15">
    <wetp:webextensionref xmlns:r="http://schemas.openxmlformats.org/officeDocument/2006/relationships" r:id="rId5"/>
  </wetp:taskpane>
  <wetp:taskpane dockstate="right" visibility="0" width="350" row="23">
    <wetp:webextensionref xmlns:r="http://schemas.openxmlformats.org/officeDocument/2006/relationships" r:id="rId6"/>
  </wetp:taskpane>
</wetp:taskpanes>
</file>

<file path=ppt/webextensions/webextension1.xml><?xml version="1.0" encoding="utf-8"?>
<we:webextension xmlns:we="http://schemas.microsoft.com/office/webextensions/webextension/2010/11" id="{A4FCA4AC-1813-4FCB-8835-DDFA5F36955D}">
  <we:reference id="wa104379997" version="2.0.0.0" store="en-U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7EFC7F-7F50-4DE0-98DB-D2D2B6BB4847}">
  <we:reference id="wa104381335" version="1.0.0.1" store="en-US" storeType="OMEX"/>
  <we:alternateReferences>
    <we:reference id="wa104381335" version="1.0.0.1" store="WA104381335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9B6E9446-5F75-4547-91B4-C968FE812E6C}">
  <we:reference id="wa104380907" version="3.0.0.0" store="en-US" storeType="OMEX"/>
  <we:alternateReferences>
    <we:reference id="wa104380907" version="3.0.0.0" store="WA104380907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FB78B344-2DE6-4A32-892C-FFF9AEE71382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50D5C6CA-5D32-42DD-92A7-D6C41459B951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BF478F9B-F7D0-4C48-AC68-7C3CD325A28B}">
  <we:reference id="wa104381411" version="1.0.0.0" store="en-US" storeType="OMEX"/>
  <we:alternateReferences>
    <we:reference id="wa104381411" version="1.0.0.0" store="WA10438141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6592</TotalTime>
  <Words>738</Words>
  <Application>Microsoft Office PowerPoint</Application>
  <PresentationFormat>Widescreen</PresentationFormat>
  <Paragraphs>329</Paragraphs>
  <Slides>17</Slides>
  <Notes>1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  <vt:variant>
        <vt:lpstr>Custom Shows</vt:lpstr>
      </vt:variant>
      <vt:variant>
        <vt:i4>1</vt:i4>
      </vt:variant>
    </vt:vector>
  </HeadingPairs>
  <TitlesOfParts>
    <vt:vector size="24" baseType="lpstr">
      <vt:lpstr>Calibri</vt:lpstr>
      <vt:lpstr>Calibri Light</vt:lpstr>
      <vt:lpstr>Arial</vt:lpstr>
      <vt:lpstr>Comic Sans MS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Gallery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Fauzan Mauludi</dc:creator>
  <cp:lastModifiedBy>OFFICER</cp:lastModifiedBy>
  <cp:revision>1558</cp:revision>
  <dcterms:created xsi:type="dcterms:W3CDTF">2021-02-22T01:50:23Z</dcterms:created>
  <dcterms:modified xsi:type="dcterms:W3CDTF">2021-03-05T09:39:52Z</dcterms:modified>
</cp:coreProperties>
</file>